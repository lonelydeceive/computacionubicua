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8"/>
  </p:notesMasterIdLst>
  <p:sldIdLst>
    <p:sldId id="256" r:id="rId2"/>
    <p:sldId id="261" r:id="rId3"/>
    <p:sldId id="262" r:id="rId4"/>
    <p:sldId id="263" r:id="rId5"/>
    <p:sldId id="264" r:id="rId6"/>
    <p:sldId id="265" r:id="rId7"/>
  </p:sldIdLst>
  <p:sldSz cx="9144000" cy="5143500" type="screen16x9"/>
  <p:notesSz cx="6858000" cy="9144000"/>
  <p:embeddedFontLst>
    <p:embeddedFont>
      <p:font typeface="Hind" panose="02000000000000000000" pitchFamily="2" charset="0"/>
      <p:regular r:id="rId9"/>
      <p:bold r:id="rId10"/>
    </p:embeddedFont>
    <p:embeddedFont>
      <p:font typeface="Hind Light" panose="02000000000000000000" pitchFamily="2" charset="0"/>
      <p:regular r:id="rId11"/>
    </p:embeddedFont>
    <p:embeddedFont>
      <p:font typeface="Nunito Light" pitchFamily="2" charset="0"/>
      <p:regular r:id="rId12"/>
      <p:italic r:id="rId13"/>
    </p:embeddedFont>
    <p:embeddedFont>
      <p:font typeface="Poppins" panose="00000500000000000000" pitchFamily="2" charset="0"/>
      <p:regular r:id="rId14"/>
      <p:bold r:id="rId15"/>
      <p:italic r:id="rId16"/>
      <p:boldItalic r:id="rId17"/>
    </p:embeddedFont>
    <p:embeddedFont>
      <p:font typeface="Roboto" panose="020000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E4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A712367-AD58-43F7-A05F-2818F8CD694D}">
  <a:tblStyle styleId="{7A712367-AD58-43F7-A05F-2818F8CD694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38" autoAdjust="0"/>
  </p:normalViewPr>
  <p:slideViewPr>
    <p:cSldViewPr snapToGrid="0">
      <p:cViewPr varScale="1">
        <p:scale>
          <a:sx n="106" d="100"/>
          <a:sy n="106" d="100"/>
        </p:scale>
        <p:origin x="778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viewProps" Target="view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4" name="Google Shape;2274;g2049155d6b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5" name="Google Shape;2275;g2049155d6b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7" name="Google Shape;2327;ga1242414e1_0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8" name="Google Shape;2328;ga1242414e1_0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7" name="Google Shape;2357;ga1242414e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8" name="Google Shape;2358;ga1242414e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7" name="Google Shape;2357;ga1242414e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8" name="Google Shape;2358;ga1242414e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114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7" name="Google Shape;2357;ga1242414e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8" name="Google Shape;2358;ga1242414e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58038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7" name="Google Shape;2327;ga1242414e1_0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8" name="Google Shape;2328;ga1242414e1_0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8327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993300" y="-1993300"/>
            <a:ext cx="5152625" cy="913922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/>
          <p:nvPr/>
        </p:nvSpPr>
        <p:spPr>
          <a:xfrm>
            <a:off x="6220725" y="0"/>
            <a:ext cx="2923500" cy="51435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933020" y="4114401"/>
            <a:ext cx="1656312" cy="1660374"/>
            <a:chOff x="2929375" y="236175"/>
            <a:chExt cx="805325" cy="807300"/>
          </a:xfrm>
        </p:grpSpPr>
        <p:sp>
          <p:nvSpPr>
            <p:cNvPr id="12" name="Google Shape;12;p2"/>
            <p:cNvSpPr/>
            <p:nvPr/>
          </p:nvSpPr>
          <p:spPr>
            <a:xfrm>
              <a:off x="2986025" y="241975"/>
              <a:ext cx="280400" cy="191800"/>
            </a:xfrm>
            <a:custGeom>
              <a:avLst/>
              <a:gdLst/>
              <a:ahLst/>
              <a:cxnLst/>
              <a:rect l="l" t="t" r="r" b="b"/>
              <a:pathLst>
                <a:path w="11216" h="7672" extrusionOk="0">
                  <a:moveTo>
                    <a:pt x="11216" y="1"/>
                  </a:moveTo>
                  <a:cubicBezTo>
                    <a:pt x="10964" y="1"/>
                    <a:pt x="10809" y="98"/>
                    <a:pt x="10577" y="98"/>
                  </a:cubicBezTo>
                  <a:lnTo>
                    <a:pt x="310" y="7110"/>
                  </a:lnTo>
                  <a:cubicBezTo>
                    <a:pt x="233" y="7265"/>
                    <a:pt x="155" y="7439"/>
                    <a:pt x="0" y="7672"/>
                  </a:cubicBezTo>
                  <a:lnTo>
                    <a:pt x="1121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2951650" y="236175"/>
              <a:ext cx="395650" cy="270250"/>
            </a:xfrm>
            <a:custGeom>
              <a:avLst/>
              <a:gdLst/>
              <a:ahLst/>
              <a:cxnLst/>
              <a:rect l="l" t="t" r="r" b="b"/>
              <a:pathLst>
                <a:path w="15826" h="10810" extrusionOk="0">
                  <a:moveTo>
                    <a:pt x="15341" y="1"/>
                  </a:moveTo>
                  <a:lnTo>
                    <a:pt x="155" y="10402"/>
                  </a:lnTo>
                  <a:cubicBezTo>
                    <a:pt x="155" y="10499"/>
                    <a:pt x="78" y="10654"/>
                    <a:pt x="0" y="10809"/>
                  </a:cubicBezTo>
                  <a:lnTo>
                    <a:pt x="158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2935650" y="241975"/>
              <a:ext cx="472175" cy="324975"/>
            </a:xfrm>
            <a:custGeom>
              <a:avLst/>
              <a:gdLst/>
              <a:ahLst/>
              <a:cxnLst/>
              <a:rect l="l" t="t" r="r" b="b"/>
              <a:pathLst>
                <a:path w="18887" h="12999" extrusionOk="0">
                  <a:moveTo>
                    <a:pt x="18558" y="1"/>
                  </a:moveTo>
                  <a:lnTo>
                    <a:pt x="78" y="12689"/>
                  </a:lnTo>
                  <a:cubicBezTo>
                    <a:pt x="78" y="12766"/>
                    <a:pt x="78" y="12844"/>
                    <a:pt x="1" y="12999"/>
                  </a:cubicBezTo>
                  <a:lnTo>
                    <a:pt x="18887" y="98"/>
                  </a:lnTo>
                  <a:cubicBezTo>
                    <a:pt x="18790" y="1"/>
                    <a:pt x="18713" y="1"/>
                    <a:pt x="1855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929375" y="254100"/>
              <a:ext cx="530750" cy="367575"/>
            </a:xfrm>
            <a:custGeom>
              <a:avLst/>
              <a:gdLst/>
              <a:ahLst/>
              <a:cxnLst/>
              <a:rect l="l" t="t" r="r" b="b"/>
              <a:pathLst>
                <a:path w="21230" h="14703" extrusionOk="0">
                  <a:moveTo>
                    <a:pt x="20978" y="0"/>
                  </a:moveTo>
                  <a:lnTo>
                    <a:pt x="77" y="14373"/>
                  </a:lnTo>
                  <a:cubicBezTo>
                    <a:pt x="77" y="14451"/>
                    <a:pt x="0" y="14528"/>
                    <a:pt x="0" y="14702"/>
                  </a:cubicBezTo>
                  <a:lnTo>
                    <a:pt x="21230" y="97"/>
                  </a:lnTo>
                  <a:cubicBezTo>
                    <a:pt x="21152" y="97"/>
                    <a:pt x="21075" y="97"/>
                    <a:pt x="209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2929375" y="272500"/>
              <a:ext cx="577250" cy="397600"/>
            </a:xfrm>
            <a:custGeom>
              <a:avLst/>
              <a:gdLst/>
              <a:ahLst/>
              <a:cxnLst/>
              <a:rect l="l" t="t" r="r" b="b"/>
              <a:pathLst>
                <a:path w="23090" h="15904" extrusionOk="0">
                  <a:moveTo>
                    <a:pt x="22838" y="0"/>
                  </a:moveTo>
                  <a:lnTo>
                    <a:pt x="0" y="15574"/>
                  </a:lnTo>
                  <a:cubicBezTo>
                    <a:pt x="77" y="15729"/>
                    <a:pt x="77" y="15826"/>
                    <a:pt x="77" y="15903"/>
                  </a:cubicBezTo>
                  <a:lnTo>
                    <a:pt x="23089" y="155"/>
                  </a:lnTo>
                  <a:cubicBezTo>
                    <a:pt x="23012" y="78"/>
                    <a:pt x="22915" y="78"/>
                    <a:pt x="228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935650" y="294775"/>
              <a:ext cx="611175" cy="421825"/>
            </a:xfrm>
            <a:custGeom>
              <a:avLst/>
              <a:gdLst/>
              <a:ahLst/>
              <a:cxnLst/>
              <a:rect l="l" t="t" r="r" b="b"/>
              <a:pathLst>
                <a:path w="24447" h="16873" extrusionOk="0">
                  <a:moveTo>
                    <a:pt x="24214" y="0"/>
                  </a:moveTo>
                  <a:lnTo>
                    <a:pt x="1" y="16543"/>
                  </a:lnTo>
                  <a:cubicBezTo>
                    <a:pt x="1" y="16620"/>
                    <a:pt x="1" y="16698"/>
                    <a:pt x="78" y="16872"/>
                  </a:cubicBezTo>
                  <a:lnTo>
                    <a:pt x="24446" y="155"/>
                  </a:lnTo>
                  <a:cubicBezTo>
                    <a:pt x="24369" y="78"/>
                    <a:pt x="24291" y="0"/>
                    <a:pt x="2421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945350" y="318975"/>
              <a:ext cx="637775" cy="439750"/>
            </a:xfrm>
            <a:custGeom>
              <a:avLst/>
              <a:gdLst/>
              <a:ahLst/>
              <a:cxnLst/>
              <a:rect l="l" t="t" r="r" b="b"/>
              <a:pathLst>
                <a:path w="25511" h="17590" extrusionOk="0">
                  <a:moveTo>
                    <a:pt x="25279" y="1"/>
                  </a:moveTo>
                  <a:lnTo>
                    <a:pt x="0" y="17357"/>
                  </a:lnTo>
                  <a:cubicBezTo>
                    <a:pt x="0" y="17434"/>
                    <a:pt x="97" y="17512"/>
                    <a:pt x="97" y="17589"/>
                  </a:cubicBezTo>
                  <a:lnTo>
                    <a:pt x="25511" y="156"/>
                  </a:lnTo>
                  <a:cubicBezTo>
                    <a:pt x="25434" y="78"/>
                    <a:pt x="25356" y="78"/>
                    <a:pt x="2527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959875" y="347075"/>
              <a:ext cx="655700" cy="449900"/>
            </a:xfrm>
            <a:custGeom>
              <a:avLst/>
              <a:gdLst/>
              <a:ahLst/>
              <a:cxnLst/>
              <a:rect l="l" t="t" r="r" b="b"/>
              <a:pathLst>
                <a:path w="26228" h="17996" extrusionOk="0">
                  <a:moveTo>
                    <a:pt x="25976" y="0"/>
                  </a:moveTo>
                  <a:lnTo>
                    <a:pt x="0" y="17763"/>
                  </a:lnTo>
                  <a:cubicBezTo>
                    <a:pt x="0" y="17841"/>
                    <a:pt x="78" y="17918"/>
                    <a:pt x="78" y="17996"/>
                  </a:cubicBezTo>
                  <a:lnTo>
                    <a:pt x="26228" y="155"/>
                  </a:lnTo>
                  <a:cubicBezTo>
                    <a:pt x="26150" y="78"/>
                    <a:pt x="26053" y="0"/>
                    <a:pt x="259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977800" y="377575"/>
              <a:ext cx="663925" cy="457650"/>
            </a:xfrm>
            <a:custGeom>
              <a:avLst/>
              <a:gdLst/>
              <a:ahLst/>
              <a:cxnLst/>
              <a:rect l="l" t="t" r="r" b="b"/>
              <a:pathLst>
                <a:path w="26557" h="18306" extrusionOk="0">
                  <a:moveTo>
                    <a:pt x="26402" y="1"/>
                  </a:moveTo>
                  <a:lnTo>
                    <a:pt x="0" y="18073"/>
                  </a:lnTo>
                  <a:cubicBezTo>
                    <a:pt x="0" y="18151"/>
                    <a:pt x="78" y="18228"/>
                    <a:pt x="78" y="18306"/>
                  </a:cubicBezTo>
                  <a:lnTo>
                    <a:pt x="26557" y="156"/>
                  </a:lnTo>
                  <a:cubicBezTo>
                    <a:pt x="26557" y="78"/>
                    <a:pt x="26479" y="1"/>
                    <a:pt x="264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2998125" y="409550"/>
              <a:ext cx="669750" cy="460075"/>
            </a:xfrm>
            <a:custGeom>
              <a:avLst/>
              <a:gdLst/>
              <a:ahLst/>
              <a:cxnLst/>
              <a:rect l="l" t="t" r="r" b="b"/>
              <a:pathLst>
                <a:path w="26790" h="18403" extrusionOk="0">
                  <a:moveTo>
                    <a:pt x="26635" y="0"/>
                  </a:moveTo>
                  <a:lnTo>
                    <a:pt x="1" y="18170"/>
                  </a:lnTo>
                  <a:cubicBezTo>
                    <a:pt x="78" y="18247"/>
                    <a:pt x="78" y="18247"/>
                    <a:pt x="78" y="18325"/>
                  </a:cubicBezTo>
                  <a:lnTo>
                    <a:pt x="156" y="18402"/>
                  </a:lnTo>
                  <a:lnTo>
                    <a:pt x="26790" y="174"/>
                  </a:lnTo>
                  <a:cubicBezTo>
                    <a:pt x="26712" y="174"/>
                    <a:pt x="26712" y="78"/>
                    <a:pt x="26712" y="78"/>
                  </a:cubicBezTo>
                  <a:lnTo>
                    <a:pt x="2663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3022350" y="443925"/>
              <a:ext cx="665875" cy="458125"/>
            </a:xfrm>
            <a:custGeom>
              <a:avLst/>
              <a:gdLst/>
              <a:ahLst/>
              <a:cxnLst/>
              <a:rect l="l" t="t" r="r" b="b"/>
              <a:pathLst>
                <a:path w="26635" h="18325" extrusionOk="0">
                  <a:moveTo>
                    <a:pt x="26557" y="0"/>
                  </a:moveTo>
                  <a:lnTo>
                    <a:pt x="0" y="18170"/>
                  </a:lnTo>
                  <a:cubicBezTo>
                    <a:pt x="78" y="18247"/>
                    <a:pt x="155" y="18247"/>
                    <a:pt x="155" y="18325"/>
                  </a:cubicBezTo>
                  <a:lnTo>
                    <a:pt x="26634" y="252"/>
                  </a:lnTo>
                  <a:cubicBezTo>
                    <a:pt x="26634" y="155"/>
                    <a:pt x="26557" y="78"/>
                    <a:pt x="265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3050425" y="480250"/>
              <a:ext cx="655725" cy="451825"/>
            </a:xfrm>
            <a:custGeom>
              <a:avLst/>
              <a:gdLst/>
              <a:ahLst/>
              <a:cxnLst/>
              <a:rect l="l" t="t" r="r" b="b"/>
              <a:pathLst>
                <a:path w="26229" h="18073" extrusionOk="0">
                  <a:moveTo>
                    <a:pt x="26151" y="0"/>
                  </a:moveTo>
                  <a:lnTo>
                    <a:pt x="1" y="17918"/>
                  </a:lnTo>
                  <a:cubicBezTo>
                    <a:pt x="78" y="17995"/>
                    <a:pt x="156" y="17995"/>
                    <a:pt x="252" y="18073"/>
                  </a:cubicBezTo>
                  <a:lnTo>
                    <a:pt x="26228" y="252"/>
                  </a:lnTo>
                  <a:cubicBezTo>
                    <a:pt x="26228" y="155"/>
                    <a:pt x="26151" y="78"/>
                    <a:pt x="261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3082875" y="520425"/>
              <a:ext cx="637300" cy="440225"/>
            </a:xfrm>
            <a:custGeom>
              <a:avLst/>
              <a:gdLst/>
              <a:ahLst/>
              <a:cxnLst/>
              <a:rect l="l" t="t" r="r" b="b"/>
              <a:pathLst>
                <a:path w="25492" h="17609" extrusionOk="0">
                  <a:moveTo>
                    <a:pt x="25414" y="1"/>
                  </a:moveTo>
                  <a:lnTo>
                    <a:pt x="0" y="17434"/>
                  </a:lnTo>
                  <a:cubicBezTo>
                    <a:pt x="78" y="17434"/>
                    <a:pt x="155" y="17531"/>
                    <a:pt x="233" y="17609"/>
                  </a:cubicBezTo>
                  <a:lnTo>
                    <a:pt x="25492" y="253"/>
                  </a:lnTo>
                  <a:cubicBezTo>
                    <a:pt x="25492" y="175"/>
                    <a:pt x="25414" y="98"/>
                    <a:pt x="2541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3119200" y="563050"/>
              <a:ext cx="611150" cy="421825"/>
            </a:xfrm>
            <a:custGeom>
              <a:avLst/>
              <a:gdLst/>
              <a:ahLst/>
              <a:cxnLst/>
              <a:rect l="l" t="t" r="r" b="b"/>
              <a:pathLst>
                <a:path w="24446" h="16873" extrusionOk="0">
                  <a:moveTo>
                    <a:pt x="24368" y="1"/>
                  </a:moveTo>
                  <a:lnTo>
                    <a:pt x="0" y="16698"/>
                  </a:lnTo>
                  <a:cubicBezTo>
                    <a:pt x="78" y="16795"/>
                    <a:pt x="155" y="16795"/>
                    <a:pt x="233" y="16872"/>
                  </a:cubicBezTo>
                  <a:lnTo>
                    <a:pt x="24446" y="233"/>
                  </a:lnTo>
                  <a:cubicBezTo>
                    <a:pt x="24446" y="156"/>
                    <a:pt x="24368" y="78"/>
                    <a:pt x="243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3159375" y="609550"/>
              <a:ext cx="575325" cy="397600"/>
            </a:xfrm>
            <a:custGeom>
              <a:avLst/>
              <a:gdLst/>
              <a:ahLst/>
              <a:cxnLst/>
              <a:rect l="l" t="t" r="r" b="b"/>
              <a:pathLst>
                <a:path w="23013" h="15904" extrusionOk="0">
                  <a:moveTo>
                    <a:pt x="23013" y="0"/>
                  </a:moveTo>
                  <a:lnTo>
                    <a:pt x="1" y="15729"/>
                  </a:lnTo>
                  <a:cubicBezTo>
                    <a:pt x="78" y="15806"/>
                    <a:pt x="156" y="15806"/>
                    <a:pt x="253" y="15903"/>
                  </a:cubicBezTo>
                  <a:lnTo>
                    <a:pt x="23013" y="233"/>
                  </a:lnTo>
                  <a:lnTo>
                    <a:pt x="2301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203925" y="657975"/>
              <a:ext cx="530775" cy="365150"/>
            </a:xfrm>
            <a:custGeom>
              <a:avLst/>
              <a:gdLst/>
              <a:ahLst/>
              <a:cxnLst/>
              <a:rect l="l" t="t" r="r" b="b"/>
              <a:pathLst>
                <a:path w="21231" h="14606" extrusionOk="0">
                  <a:moveTo>
                    <a:pt x="21231" y="0"/>
                  </a:moveTo>
                  <a:lnTo>
                    <a:pt x="1" y="14528"/>
                  </a:lnTo>
                  <a:cubicBezTo>
                    <a:pt x="156" y="14606"/>
                    <a:pt x="233" y="14606"/>
                    <a:pt x="311" y="14606"/>
                  </a:cubicBezTo>
                  <a:lnTo>
                    <a:pt x="21231" y="310"/>
                  </a:lnTo>
                  <a:lnTo>
                    <a:pt x="2123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3256225" y="712200"/>
              <a:ext cx="472200" cy="324975"/>
            </a:xfrm>
            <a:custGeom>
              <a:avLst/>
              <a:gdLst/>
              <a:ahLst/>
              <a:cxnLst/>
              <a:rect l="l" t="t" r="r" b="b"/>
              <a:pathLst>
                <a:path w="18888" h="12999" extrusionOk="0">
                  <a:moveTo>
                    <a:pt x="18887" y="1"/>
                  </a:moveTo>
                  <a:lnTo>
                    <a:pt x="1" y="12921"/>
                  </a:lnTo>
                  <a:cubicBezTo>
                    <a:pt x="156" y="12921"/>
                    <a:pt x="253" y="12998"/>
                    <a:pt x="408" y="12998"/>
                  </a:cubicBezTo>
                  <a:lnTo>
                    <a:pt x="18887" y="330"/>
                  </a:lnTo>
                  <a:lnTo>
                    <a:pt x="1888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3318700" y="772750"/>
              <a:ext cx="393725" cy="270725"/>
            </a:xfrm>
            <a:custGeom>
              <a:avLst/>
              <a:gdLst/>
              <a:ahLst/>
              <a:cxnLst/>
              <a:rect l="l" t="t" r="r" b="b"/>
              <a:pathLst>
                <a:path w="15749" h="10829" extrusionOk="0">
                  <a:moveTo>
                    <a:pt x="15749" y="0"/>
                  </a:moveTo>
                  <a:lnTo>
                    <a:pt x="1" y="10828"/>
                  </a:lnTo>
                  <a:lnTo>
                    <a:pt x="485" y="10828"/>
                  </a:lnTo>
                  <a:lnTo>
                    <a:pt x="15671" y="407"/>
                  </a:lnTo>
                  <a:cubicBezTo>
                    <a:pt x="15671" y="252"/>
                    <a:pt x="15749" y="174"/>
                    <a:pt x="157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3399575" y="845375"/>
              <a:ext cx="280425" cy="191800"/>
            </a:xfrm>
            <a:custGeom>
              <a:avLst/>
              <a:gdLst/>
              <a:ahLst/>
              <a:cxnLst/>
              <a:rect l="l" t="t" r="r" b="b"/>
              <a:pathLst>
                <a:path w="11217" h="7672" extrusionOk="0">
                  <a:moveTo>
                    <a:pt x="11216" y="1"/>
                  </a:moveTo>
                  <a:lnTo>
                    <a:pt x="1" y="7671"/>
                  </a:lnTo>
                  <a:cubicBezTo>
                    <a:pt x="233" y="7594"/>
                    <a:pt x="407" y="7594"/>
                    <a:pt x="562" y="7594"/>
                  </a:cubicBezTo>
                  <a:lnTo>
                    <a:pt x="10887" y="485"/>
                  </a:lnTo>
                  <a:cubicBezTo>
                    <a:pt x="10984" y="330"/>
                    <a:pt x="11061" y="175"/>
                    <a:pt x="1121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" name="Google Shape;31;p2"/>
          <p:cNvGrpSpPr/>
          <p:nvPr/>
        </p:nvGrpSpPr>
        <p:grpSpPr>
          <a:xfrm>
            <a:off x="4302988" y="231550"/>
            <a:ext cx="538025" cy="157800"/>
            <a:chOff x="2575325" y="1348650"/>
            <a:chExt cx="538025" cy="157800"/>
          </a:xfrm>
        </p:grpSpPr>
        <p:sp>
          <p:nvSpPr>
            <p:cNvPr id="32" name="Google Shape;32;p2"/>
            <p:cNvSpPr/>
            <p:nvPr/>
          </p:nvSpPr>
          <p:spPr>
            <a:xfrm>
              <a:off x="2575325" y="1348650"/>
              <a:ext cx="157800" cy="157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2765438" y="1348650"/>
              <a:ext cx="157800" cy="157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2955550" y="1348650"/>
              <a:ext cx="157800" cy="157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323639" y="4144000"/>
            <a:ext cx="925310" cy="943383"/>
            <a:chOff x="595389" y="1761100"/>
            <a:chExt cx="925310" cy="943383"/>
          </a:xfrm>
        </p:grpSpPr>
        <p:cxnSp>
          <p:nvCxnSpPr>
            <p:cNvPr id="36" name="Google Shape;36;p2"/>
            <p:cNvCxnSpPr/>
            <p:nvPr/>
          </p:nvCxnSpPr>
          <p:spPr>
            <a:xfrm>
              <a:off x="790199" y="2065118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37;p2"/>
            <p:cNvCxnSpPr/>
            <p:nvPr/>
          </p:nvCxnSpPr>
          <p:spPr>
            <a:xfrm>
              <a:off x="595389" y="2117083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" name="Google Shape;38;p2"/>
            <p:cNvCxnSpPr/>
            <p:nvPr/>
          </p:nvCxnSpPr>
          <p:spPr>
            <a:xfrm>
              <a:off x="656919" y="1761100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9" name="Google Shape;39;p2"/>
          <p:cNvGrpSpPr/>
          <p:nvPr/>
        </p:nvGrpSpPr>
        <p:grpSpPr>
          <a:xfrm>
            <a:off x="-262436" y="-403375"/>
            <a:ext cx="925310" cy="943383"/>
            <a:chOff x="595389" y="1761100"/>
            <a:chExt cx="925310" cy="943383"/>
          </a:xfrm>
        </p:grpSpPr>
        <p:cxnSp>
          <p:nvCxnSpPr>
            <p:cNvPr id="40" name="Google Shape;40;p2"/>
            <p:cNvCxnSpPr/>
            <p:nvPr/>
          </p:nvCxnSpPr>
          <p:spPr>
            <a:xfrm>
              <a:off x="790199" y="2065118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" name="Google Shape;41;p2"/>
            <p:cNvCxnSpPr/>
            <p:nvPr/>
          </p:nvCxnSpPr>
          <p:spPr>
            <a:xfrm>
              <a:off x="595389" y="2117083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" name="Google Shape;42;p2"/>
            <p:cNvCxnSpPr/>
            <p:nvPr/>
          </p:nvCxnSpPr>
          <p:spPr>
            <a:xfrm>
              <a:off x="656919" y="1761100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3" name="Google Shape;43;p2"/>
          <p:cNvGrpSpPr/>
          <p:nvPr/>
        </p:nvGrpSpPr>
        <p:grpSpPr>
          <a:xfrm rot="5400000">
            <a:off x="7926547" y="2473475"/>
            <a:ext cx="1584577" cy="196549"/>
            <a:chOff x="750197" y="155825"/>
            <a:chExt cx="1584577" cy="196549"/>
          </a:xfrm>
        </p:grpSpPr>
        <p:sp>
          <p:nvSpPr>
            <p:cNvPr id="44" name="Google Shape;44;p2"/>
            <p:cNvSpPr/>
            <p:nvPr/>
          </p:nvSpPr>
          <p:spPr>
            <a:xfrm rot="-5400000">
              <a:off x="2093744" y="299443"/>
              <a:ext cx="52930" cy="52930"/>
            </a:xfrm>
            <a:custGeom>
              <a:avLst/>
              <a:gdLst/>
              <a:ahLst/>
              <a:cxnLst/>
              <a:rect l="l" t="t" r="r" b="b"/>
              <a:pathLst>
                <a:path w="1221" h="1221" extrusionOk="0">
                  <a:moveTo>
                    <a:pt x="659" y="0"/>
                  </a:moveTo>
                  <a:cubicBezTo>
                    <a:pt x="252" y="0"/>
                    <a:pt x="0" y="252"/>
                    <a:pt x="0" y="640"/>
                  </a:cubicBezTo>
                  <a:cubicBezTo>
                    <a:pt x="0" y="969"/>
                    <a:pt x="252" y="1221"/>
                    <a:pt x="659" y="1221"/>
                  </a:cubicBezTo>
                  <a:cubicBezTo>
                    <a:pt x="969" y="1221"/>
                    <a:pt x="1221" y="969"/>
                    <a:pt x="1221" y="640"/>
                  </a:cubicBezTo>
                  <a:cubicBezTo>
                    <a:pt x="1221" y="252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5400000">
              <a:off x="1915294" y="299855"/>
              <a:ext cx="52930" cy="52107"/>
            </a:xfrm>
            <a:custGeom>
              <a:avLst/>
              <a:gdLst/>
              <a:ahLst/>
              <a:cxnLst/>
              <a:rect l="l" t="t" r="r" b="b"/>
              <a:pathLst>
                <a:path w="1221" h="1202" extrusionOk="0">
                  <a:moveTo>
                    <a:pt x="659" y="1"/>
                  </a:moveTo>
                  <a:cubicBezTo>
                    <a:pt x="252" y="1"/>
                    <a:pt x="0" y="233"/>
                    <a:pt x="0" y="563"/>
                  </a:cubicBezTo>
                  <a:cubicBezTo>
                    <a:pt x="0" y="969"/>
                    <a:pt x="252" y="1202"/>
                    <a:pt x="659" y="1202"/>
                  </a:cubicBezTo>
                  <a:cubicBezTo>
                    <a:pt x="969" y="1202"/>
                    <a:pt x="1221" y="969"/>
                    <a:pt x="1221" y="563"/>
                  </a:cubicBezTo>
                  <a:cubicBezTo>
                    <a:pt x="1221" y="233"/>
                    <a:pt x="969" y="1"/>
                    <a:pt x="6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 rot="-5400000">
              <a:off x="1735196" y="297753"/>
              <a:ext cx="52930" cy="56312"/>
            </a:xfrm>
            <a:custGeom>
              <a:avLst/>
              <a:gdLst/>
              <a:ahLst/>
              <a:cxnLst/>
              <a:rect l="l" t="t" r="r" b="b"/>
              <a:pathLst>
                <a:path w="1221" h="1299" extrusionOk="0">
                  <a:moveTo>
                    <a:pt x="659" y="0"/>
                  </a:moveTo>
                  <a:cubicBezTo>
                    <a:pt x="252" y="0"/>
                    <a:pt x="0" y="330"/>
                    <a:pt x="0" y="640"/>
                  </a:cubicBezTo>
                  <a:cubicBezTo>
                    <a:pt x="0" y="969"/>
                    <a:pt x="252" y="1298"/>
                    <a:pt x="659" y="1298"/>
                  </a:cubicBezTo>
                  <a:cubicBezTo>
                    <a:pt x="969" y="1298"/>
                    <a:pt x="1221" y="969"/>
                    <a:pt x="1221" y="640"/>
                  </a:cubicBezTo>
                  <a:cubicBezTo>
                    <a:pt x="1221" y="330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 rot="-5400000">
              <a:off x="1556334" y="297753"/>
              <a:ext cx="52930" cy="56312"/>
            </a:xfrm>
            <a:custGeom>
              <a:avLst/>
              <a:gdLst/>
              <a:ahLst/>
              <a:cxnLst/>
              <a:rect l="l" t="t" r="r" b="b"/>
              <a:pathLst>
                <a:path w="1221" h="1299" extrusionOk="0">
                  <a:moveTo>
                    <a:pt x="659" y="0"/>
                  </a:moveTo>
                  <a:cubicBezTo>
                    <a:pt x="252" y="0"/>
                    <a:pt x="0" y="330"/>
                    <a:pt x="0" y="659"/>
                  </a:cubicBezTo>
                  <a:cubicBezTo>
                    <a:pt x="0" y="969"/>
                    <a:pt x="252" y="1298"/>
                    <a:pt x="659" y="1298"/>
                  </a:cubicBezTo>
                  <a:cubicBezTo>
                    <a:pt x="969" y="1298"/>
                    <a:pt x="1221" y="969"/>
                    <a:pt x="1221" y="659"/>
                  </a:cubicBezTo>
                  <a:cubicBezTo>
                    <a:pt x="1221" y="330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 rot="-5400000">
              <a:off x="1378296" y="297753"/>
              <a:ext cx="52930" cy="56312"/>
            </a:xfrm>
            <a:custGeom>
              <a:avLst/>
              <a:gdLst/>
              <a:ahLst/>
              <a:cxnLst/>
              <a:rect l="l" t="t" r="r" b="b"/>
              <a:pathLst>
                <a:path w="1221" h="1299" extrusionOk="0">
                  <a:moveTo>
                    <a:pt x="659" y="1"/>
                  </a:moveTo>
                  <a:cubicBezTo>
                    <a:pt x="252" y="1"/>
                    <a:pt x="0" y="330"/>
                    <a:pt x="0" y="640"/>
                  </a:cubicBezTo>
                  <a:cubicBezTo>
                    <a:pt x="0" y="969"/>
                    <a:pt x="252" y="1299"/>
                    <a:pt x="659" y="1299"/>
                  </a:cubicBezTo>
                  <a:cubicBezTo>
                    <a:pt x="969" y="1299"/>
                    <a:pt x="1221" y="969"/>
                    <a:pt x="1221" y="640"/>
                  </a:cubicBezTo>
                  <a:cubicBezTo>
                    <a:pt x="1221" y="330"/>
                    <a:pt x="969" y="1"/>
                    <a:pt x="6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 rot="-5400000">
              <a:off x="1197765" y="299422"/>
              <a:ext cx="52930" cy="52974"/>
            </a:xfrm>
            <a:custGeom>
              <a:avLst/>
              <a:gdLst/>
              <a:ahLst/>
              <a:cxnLst/>
              <a:rect l="l" t="t" r="r" b="b"/>
              <a:pathLst>
                <a:path w="1221" h="1222" extrusionOk="0">
                  <a:moveTo>
                    <a:pt x="659" y="1"/>
                  </a:moveTo>
                  <a:cubicBezTo>
                    <a:pt x="252" y="1"/>
                    <a:pt x="0" y="253"/>
                    <a:pt x="0" y="660"/>
                  </a:cubicBezTo>
                  <a:cubicBezTo>
                    <a:pt x="0" y="970"/>
                    <a:pt x="252" y="1221"/>
                    <a:pt x="659" y="1221"/>
                  </a:cubicBezTo>
                  <a:cubicBezTo>
                    <a:pt x="969" y="1221"/>
                    <a:pt x="1221" y="970"/>
                    <a:pt x="1221" y="660"/>
                  </a:cubicBezTo>
                  <a:cubicBezTo>
                    <a:pt x="1221" y="253"/>
                    <a:pt x="969" y="1"/>
                    <a:pt x="6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 rot="-5400000">
              <a:off x="1019336" y="299855"/>
              <a:ext cx="52930" cy="52107"/>
            </a:xfrm>
            <a:custGeom>
              <a:avLst/>
              <a:gdLst/>
              <a:ahLst/>
              <a:cxnLst/>
              <a:rect l="l" t="t" r="r" b="b"/>
              <a:pathLst>
                <a:path w="1221" h="1202" extrusionOk="0">
                  <a:moveTo>
                    <a:pt x="659" y="0"/>
                  </a:moveTo>
                  <a:cubicBezTo>
                    <a:pt x="252" y="0"/>
                    <a:pt x="0" y="233"/>
                    <a:pt x="0" y="640"/>
                  </a:cubicBezTo>
                  <a:cubicBezTo>
                    <a:pt x="0" y="969"/>
                    <a:pt x="252" y="1201"/>
                    <a:pt x="659" y="1201"/>
                  </a:cubicBezTo>
                  <a:cubicBezTo>
                    <a:pt x="969" y="1201"/>
                    <a:pt x="1221" y="969"/>
                    <a:pt x="1221" y="640"/>
                  </a:cubicBezTo>
                  <a:cubicBezTo>
                    <a:pt x="1221" y="233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 rot="-5400000">
              <a:off x="840886" y="299443"/>
              <a:ext cx="52930" cy="52930"/>
            </a:xfrm>
            <a:custGeom>
              <a:avLst/>
              <a:gdLst/>
              <a:ahLst/>
              <a:cxnLst/>
              <a:rect l="l" t="t" r="r" b="b"/>
              <a:pathLst>
                <a:path w="1221" h="1221" extrusionOk="0">
                  <a:moveTo>
                    <a:pt x="659" y="1"/>
                  </a:moveTo>
                  <a:cubicBezTo>
                    <a:pt x="252" y="1"/>
                    <a:pt x="0" y="252"/>
                    <a:pt x="0" y="582"/>
                  </a:cubicBezTo>
                  <a:cubicBezTo>
                    <a:pt x="0" y="969"/>
                    <a:pt x="252" y="1221"/>
                    <a:pt x="659" y="1221"/>
                  </a:cubicBezTo>
                  <a:cubicBezTo>
                    <a:pt x="969" y="1221"/>
                    <a:pt x="1221" y="969"/>
                    <a:pt x="1221" y="582"/>
                  </a:cubicBezTo>
                  <a:cubicBezTo>
                    <a:pt x="1221" y="252"/>
                    <a:pt x="969" y="1"/>
                    <a:pt x="6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 rot="-5400000">
              <a:off x="2181051" y="155825"/>
              <a:ext cx="56312" cy="56312"/>
            </a:xfrm>
            <a:custGeom>
              <a:avLst/>
              <a:gdLst/>
              <a:ahLst/>
              <a:cxnLst/>
              <a:rect l="l" t="t" r="r" b="b"/>
              <a:pathLst>
                <a:path w="1299" h="1299" extrusionOk="0">
                  <a:moveTo>
                    <a:pt x="640" y="1"/>
                  </a:moveTo>
                  <a:cubicBezTo>
                    <a:pt x="330" y="1"/>
                    <a:pt x="0" y="330"/>
                    <a:pt x="0" y="659"/>
                  </a:cubicBezTo>
                  <a:cubicBezTo>
                    <a:pt x="0" y="969"/>
                    <a:pt x="330" y="1299"/>
                    <a:pt x="640" y="1299"/>
                  </a:cubicBezTo>
                  <a:cubicBezTo>
                    <a:pt x="969" y="1299"/>
                    <a:pt x="1298" y="969"/>
                    <a:pt x="1298" y="659"/>
                  </a:cubicBezTo>
                  <a:cubicBezTo>
                    <a:pt x="1298" y="330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 rot="-5400000">
              <a:off x="2000953" y="157927"/>
              <a:ext cx="56312" cy="52107"/>
            </a:xfrm>
            <a:custGeom>
              <a:avLst/>
              <a:gdLst/>
              <a:ahLst/>
              <a:cxnLst/>
              <a:rect l="l" t="t" r="r" b="b"/>
              <a:pathLst>
                <a:path w="1299" h="1202" extrusionOk="0">
                  <a:moveTo>
                    <a:pt x="640" y="0"/>
                  </a:moveTo>
                  <a:cubicBezTo>
                    <a:pt x="330" y="0"/>
                    <a:pt x="0" y="233"/>
                    <a:pt x="0" y="640"/>
                  </a:cubicBezTo>
                  <a:cubicBezTo>
                    <a:pt x="0" y="969"/>
                    <a:pt x="330" y="1201"/>
                    <a:pt x="640" y="1201"/>
                  </a:cubicBezTo>
                  <a:cubicBezTo>
                    <a:pt x="969" y="1201"/>
                    <a:pt x="1298" y="969"/>
                    <a:pt x="1298" y="640"/>
                  </a:cubicBezTo>
                  <a:cubicBezTo>
                    <a:pt x="1298" y="233"/>
                    <a:pt x="969" y="0"/>
                    <a:pt x="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 rot="-5400000">
              <a:off x="1822503" y="157515"/>
              <a:ext cx="56312" cy="52930"/>
            </a:xfrm>
            <a:custGeom>
              <a:avLst/>
              <a:gdLst/>
              <a:ahLst/>
              <a:cxnLst/>
              <a:rect l="l" t="t" r="r" b="b"/>
              <a:pathLst>
                <a:path w="1299" h="1221" extrusionOk="0">
                  <a:moveTo>
                    <a:pt x="640" y="0"/>
                  </a:moveTo>
                  <a:cubicBezTo>
                    <a:pt x="330" y="0"/>
                    <a:pt x="0" y="252"/>
                    <a:pt x="0" y="562"/>
                  </a:cubicBezTo>
                  <a:cubicBezTo>
                    <a:pt x="0" y="969"/>
                    <a:pt x="330" y="1221"/>
                    <a:pt x="640" y="1221"/>
                  </a:cubicBezTo>
                  <a:cubicBezTo>
                    <a:pt x="969" y="1221"/>
                    <a:pt x="1298" y="969"/>
                    <a:pt x="1298" y="562"/>
                  </a:cubicBezTo>
                  <a:cubicBezTo>
                    <a:pt x="1298" y="252"/>
                    <a:pt x="969" y="0"/>
                    <a:pt x="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 rot="-5400000">
              <a:off x="1644053" y="157927"/>
              <a:ext cx="56312" cy="52107"/>
            </a:xfrm>
            <a:custGeom>
              <a:avLst/>
              <a:gdLst/>
              <a:ahLst/>
              <a:cxnLst/>
              <a:rect l="l" t="t" r="r" b="b"/>
              <a:pathLst>
                <a:path w="1299" h="1202" extrusionOk="0">
                  <a:moveTo>
                    <a:pt x="640" y="1"/>
                  </a:moveTo>
                  <a:cubicBezTo>
                    <a:pt x="330" y="1"/>
                    <a:pt x="0" y="233"/>
                    <a:pt x="0" y="563"/>
                  </a:cubicBezTo>
                  <a:cubicBezTo>
                    <a:pt x="0" y="969"/>
                    <a:pt x="330" y="1202"/>
                    <a:pt x="640" y="1202"/>
                  </a:cubicBezTo>
                  <a:cubicBezTo>
                    <a:pt x="969" y="1202"/>
                    <a:pt x="1298" y="969"/>
                    <a:pt x="1298" y="563"/>
                  </a:cubicBezTo>
                  <a:cubicBezTo>
                    <a:pt x="1298" y="233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 rot="-5400000">
              <a:off x="1463955" y="155825"/>
              <a:ext cx="56312" cy="56312"/>
            </a:xfrm>
            <a:custGeom>
              <a:avLst/>
              <a:gdLst/>
              <a:ahLst/>
              <a:cxnLst/>
              <a:rect l="l" t="t" r="r" b="b"/>
              <a:pathLst>
                <a:path w="1299" h="1299" extrusionOk="0">
                  <a:moveTo>
                    <a:pt x="640" y="0"/>
                  </a:moveTo>
                  <a:cubicBezTo>
                    <a:pt x="330" y="0"/>
                    <a:pt x="0" y="330"/>
                    <a:pt x="0" y="640"/>
                  </a:cubicBezTo>
                  <a:cubicBezTo>
                    <a:pt x="0" y="969"/>
                    <a:pt x="330" y="1298"/>
                    <a:pt x="640" y="1298"/>
                  </a:cubicBezTo>
                  <a:cubicBezTo>
                    <a:pt x="969" y="1298"/>
                    <a:pt x="1298" y="969"/>
                    <a:pt x="1298" y="640"/>
                  </a:cubicBezTo>
                  <a:cubicBezTo>
                    <a:pt x="1298" y="330"/>
                    <a:pt x="969" y="0"/>
                    <a:pt x="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 rot="-5400000">
              <a:off x="1285505" y="156237"/>
              <a:ext cx="56312" cy="55488"/>
            </a:xfrm>
            <a:custGeom>
              <a:avLst/>
              <a:gdLst/>
              <a:ahLst/>
              <a:cxnLst/>
              <a:rect l="l" t="t" r="r" b="b"/>
              <a:pathLst>
                <a:path w="1299" h="1280" extrusionOk="0">
                  <a:moveTo>
                    <a:pt x="640" y="1"/>
                  </a:moveTo>
                  <a:cubicBezTo>
                    <a:pt x="330" y="1"/>
                    <a:pt x="0" y="311"/>
                    <a:pt x="0" y="640"/>
                  </a:cubicBezTo>
                  <a:cubicBezTo>
                    <a:pt x="0" y="969"/>
                    <a:pt x="330" y="1279"/>
                    <a:pt x="640" y="1279"/>
                  </a:cubicBezTo>
                  <a:cubicBezTo>
                    <a:pt x="969" y="1279"/>
                    <a:pt x="1298" y="969"/>
                    <a:pt x="1298" y="640"/>
                  </a:cubicBezTo>
                  <a:cubicBezTo>
                    <a:pt x="1298" y="311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 rot="-5400000">
              <a:off x="1107055" y="155825"/>
              <a:ext cx="56312" cy="56312"/>
            </a:xfrm>
            <a:custGeom>
              <a:avLst/>
              <a:gdLst/>
              <a:ahLst/>
              <a:cxnLst/>
              <a:rect l="l" t="t" r="r" b="b"/>
              <a:pathLst>
                <a:path w="1299" h="1299" extrusionOk="0">
                  <a:moveTo>
                    <a:pt x="640" y="1"/>
                  </a:moveTo>
                  <a:cubicBezTo>
                    <a:pt x="330" y="1"/>
                    <a:pt x="0" y="330"/>
                    <a:pt x="0" y="640"/>
                  </a:cubicBezTo>
                  <a:cubicBezTo>
                    <a:pt x="0" y="970"/>
                    <a:pt x="330" y="1299"/>
                    <a:pt x="640" y="1299"/>
                  </a:cubicBezTo>
                  <a:cubicBezTo>
                    <a:pt x="969" y="1299"/>
                    <a:pt x="1298" y="970"/>
                    <a:pt x="1298" y="640"/>
                  </a:cubicBezTo>
                  <a:cubicBezTo>
                    <a:pt x="1298" y="330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 rot="-5400000">
              <a:off x="926957" y="157927"/>
              <a:ext cx="56312" cy="52107"/>
            </a:xfrm>
            <a:custGeom>
              <a:avLst/>
              <a:gdLst/>
              <a:ahLst/>
              <a:cxnLst/>
              <a:rect l="l" t="t" r="r" b="b"/>
              <a:pathLst>
                <a:path w="1299" h="1202" extrusionOk="0">
                  <a:moveTo>
                    <a:pt x="640" y="0"/>
                  </a:moveTo>
                  <a:cubicBezTo>
                    <a:pt x="330" y="0"/>
                    <a:pt x="0" y="233"/>
                    <a:pt x="0" y="640"/>
                  </a:cubicBezTo>
                  <a:cubicBezTo>
                    <a:pt x="0" y="969"/>
                    <a:pt x="330" y="1201"/>
                    <a:pt x="640" y="1201"/>
                  </a:cubicBezTo>
                  <a:cubicBezTo>
                    <a:pt x="969" y="1201"/>
                    <a:pt x="1298" y="969"/>
                    <a:pt x="1298" y="640"/>
                  </a:cubicBezTo>
                  <a:cubicBezTo>
                    <a:pt x="1298" y="233"/>
                    <a:pt x="969" y="0"/>
                    <a:pt x="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 rot="-5400000">
              <a:off x="748507" y="157515"/>
              <a:ext cx="56312" cy="52930"/>
            </a:xfrm>
            <a:custGeom>
              <a:avLst/>
              <a:gdLst/>
              <a:ahLst/>
              <a:cxnLst/>
              <a:rect l="l" t="t" r="r" b="b"/>
              <a:pathLst>
                <a:path w="1299" h="1221" extrusionOk="0">
                  <a:moveTo>
                    <a:pt x="640" y="1"/>
                  </a:moveTo>
                  <a:cubicBezTo>
                    <a:pt x="330" y="1"/>
                    <a:pt x="0" y="252"/>
                    <a:pt x="0" y="562"/>
                  </a:cubicBezTo>
                  <a:cubicBezTo>
                    <a:pt x="0" y="969"/>
                    <a:pt x="330" y="1221"/>
                    <a:pt x="640" y="1221"/>
                  </a:cubicBezTo>
                  <a:cubicBezTo>
                    <a:pt x="969" y="1221"/>
                    <a:pt x="1298" y="969"/>
                    <a:pt x="1298" y="562"/>
                  </a:cubicBezTo>
                  <a:cubicBezTo>
                    <a:pt x="1298" y="252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 rot="-5400000">
              <a:off x="2281844" y="299443"/>
              <a:ext cx="52930" cy="52930"/>
            </a:xfrm>
            <a:custGeom>
              <a:avLst/>
              <a:gdLst/>
              <a:ahLst/>
              <a:cxnLst/>
              <a:rect l="l" t="t" r="r" b="b"/>
              <a:pathLst>
                <a:path w="1221" h="1221" extrusionOk="0">
                  <a:moveTo>
                    <a:pt x="659" y="0"/>
                  </a:moveTo>
                  <a:cubicBezTo>
                    <a:pt x="252" y="0"/>
                    <a:pt x="0" y="252"/>
                    <a:pt x="0" y="640"/>
                  </a:cubicBezTo>
                  <a:cubicBezTo>
                    <a:pt x="0" y="969"/>
                    <a:pt x="252" y="1221"/>
                    <a:pt x="659" y="1221"/>
                  </a:cubicBezTo>
                  <a:cubicBezTo>
                    <a:pt x="969" y="1221"/>
                    <a:pt x="1221" y="969"/>
                    <a:pt x="1221" y="640"/>
                  </a:cubicBezTo>
                  <a:cubicBezTo>
                    <a:pt x="1221" y="252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" name="Google Shape;62;p2"/>
          <p:cNvSpPr txBox="1">
            <a:spLocks noGrp="1"/>
          </p:cNvSpPr>
          <p:nvPr>
            <p:ph type="ctrTitle"/>
          </p:nvPr>
        </p:nvSpPr>
        <p:spPr>
          <a:xfrm>
            <a:off x="847200" y="1183975"/>
            <a:ext cx="3914100" cy="2460300"/>
          </a:xfrm>
          <a:prstGeom prst="rect">
            <a:avLst/>
          </a:prstGeom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8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3" name="Google Shape;63;p2"/>
          <p:cNvSpPr txBox="1">
            <a:spLocks noGrp="1"/>
          </p:cNvSpPr>
          <p:nvPr>
            <p:ph type="subTitle" idx="1"/>
          </p:nvPr>
        </p:nvSpPr>
        <p:spPr>
          <a:xfrm>
            <a:off x="847125" y="3738100"/>
            <a:ext cx="3914100" cy="4059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13500032" scaled="0"/>
          </a:gra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64" name="Google Shape;64;p2"/>
          <p:cNvSpPr>
            <a:spLocks noGrp="1"/>
          </p:cNvSpPr>
          <p:nvPr>
            <p:ph type="pic" idx="2"/>
          </p:nvPr>
        </p:nvSpPr>
        <p:spPr>
          <a:xfrm>
            <a:off x="4891175" y="1183975"/>
            <a:ext cx="3405600" cy="2940600"/>
          </a:xfrm>
          <a:prstGeom prst="rect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993300" y="-1993300"/>
            <a:ext cx="5152625" cy="9139226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7"/>
          <p:cNvSpPr/>
          <p:nvPr/>
        </p:nvSpPr>
        <p:spPr>
          <a:xfrm>
            <a:off x="7146350" y="0"/>
            <a:ext cx="1998000" cy="51435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5" name="Google Shape;295;p7"/>
          <p:cNvGrpSpPr/>
          <p:nvPr/>
        </p:nvGrpSpPr>
        <p:grpSpPr>
          <a:xfrm>
            <a:off x="3743857" y="4286576"/>
            <a:ext cx="1656312" cy="1660374"/>
            <a:chOff x="2929375" y="236175"/>
            <a:chExt cx="805325" cy="807300"/>
          </a:xfrm>
        </p:grpSpPr>
        <p:sp>
          <p:nvSpPr>
            <p:cNvPr id="296" name="Google Shape;296;p7"/>
            <p:cNvSpPr/>
            <p:nvPr/>
          </p:nvSpPr>
          <p:spPr>
            <a:xfrm>
              <a:off x="2986025" y="241975"/>
              <a:ext cx="280400" cy="191800"/>
            </a:xfrm>
            <a:custGeom>
              <a:avLst/>
              <a:gdLst/>
              <a:ahLst/>
              <a:cxnLst/>
              <a:rect l="l" t="t" r="r" b="b"/>
              <a:pathLst>
                <a:path w="11216" h="7672" extrusionOk="0">
                  <a:moveTo>
                    <a:pt x="11216" y="1"/>
                  </a:moveTo>
                  <a:cubicBezTo>
                    <a:pt x="10964" y="1"/>
                    <a:pt x="10809" y="98"/>
                    <a:pt x="10577" y="98"/>
                  </a:cubicBezTo>
                  <a:lnTo>
                    <a:pt x="310" y="7110"/>
                  </a:lnTo>
                  <a:cubicBezTo>
                    <a:pt x="233" y="7265"/>
                    <a:pt x="155" y="7439"/>
                    <a:pt x="0" y="7672"/>
                  </a:cubicBezTo>
                  <a:lnTo>
                    <a:pt x="1121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7"/>
            <p:cNvSpPr/>
            <p:nvPr/>
          </p:nvSpPr>
          <p:spPr>
            <a:xfrm>
              <a:off x="2951650" y="236175"/>
              <a:ext cx="395650" cy="270250"/>
            </a:xfrm>
            <a:custGeom>
              <a:avLst/>
              <a:gdLst/>
              <a:ahLst/>
              <a:cxnLst/>
              <a:rect l="l" t="t" r="r" b="b"/>
              <a:pathLst>
                <a:path w="15826" h="10810" extrusionOk="0">
                  <a:moveTo>
                    <a:pt x="15341" y="1"/>
                  </a:moveTo>
                  <a:lnTo>
                    <a:pt x="155" y="10402"/>
                  </a:lnTo>
                  <a:cubicBezTo>
                    <a:pt x="155" y="10499"/>
                    <a:pt x="78" y="10654"/>
                    <a:pt x="0" y="10809"/>
                  </a:cubicBezTo>
                  <a:lnTo>
                    <a:pt x="158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7"/>
            <p:cNvSpPr/>
            <p:nvPr/>
          </p:nvSpPr>
          <p:spPr>
            <a:xfrm>
              <a:off x="2935650" y="241975"/>
              <a:ext cx="472175" cy="324975"/>
            </a:xfrm>
            <a:custGeom>
              <a:avLst/>
              <a:gdLst/>
              <a:ahLst/>
              <a:cxnLst/>
              <a:rect l="l" t="t" r="r" b="b"/>
              <a:pathLst>
                <a:path w="18887" h="12999" extrusionOk="0">
                  <a:moveTo>
                    <a:pt x="18558" y="1"/>
                  </a:moveTo>
                  <a:lnTo>
                    <a:pt x="78" y="12689"/>
                  </a:lnTo>
                  <a:cubicBezTo>
                    <a:pt x="78" y="12766"/>
                    <a:pt x="78" y="12844"/>
                    <a:pt x="1" y="12999"/>
                  </a:cubicBezTo>
                  <a:lnTo>
                    <a:pt x="18887" y="98"/>
                  </a:lnTo>
                  <a:cubicBezTo>
                    <a:pt x="18790" y="1"/>
                    <a:pt x="18713" y="1"/>
                    <a:pt x="1855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7"/>
            <p:cNvSpPr/>
            <p:nvPr/>
          </p:nvSpPr>
          <p:spPr>
            <a:xfrm>
              <a:off x="2929375" y="254100"/>
              <a:ext cx="530750" cy="367575"/>
            </a:xfrm>
            <a:custGeom>
              <a:avLst/>
              <a:gdLst/>
              <a:ahLst/>
              <a:cxnLst/>
              <a:rect l="l" t="t" r="r" b="b"/>
              <a:pathLst>
                <a:path w="21230" h="14703" extrusionOk="0">
                  <a:moveTo>
                    <a:pt x="20978" y="0"/>
                  </a:moveTo>
                  <a:lnTo>
                    <a:pt x="77" y="14373"/>
                  </a:lnTo>
                  <a:cubicBezTo>
                    <a:pt x="77" y="14451"/>
                    <a:pt x="0" y="14528"/>
                    <a:pt x="0" y="14702"/>
                  </a:cubicBezTo>
                  <a:lnTo>
                    <a:pt x="21230" y="97"/>
                  </a:lnTo>
                  <a:cubicBezTo>
                    <a:pt x="21152" y="97"/>
                    <a:pt x="21075" y="97"/>
                    <a:pt x="209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7"/>
            <p:cNvSpPr/>
            <p:nvPr/>
          </p:nvSpPr>
          <p:spPr>
            <a:xfrm>
              <a:off x="2929375" y="272500"/>
              <a:ext cx="577250" cy="397600"/>
            </a:xfrm>
            <a:custGeom>
              <a:avLst/>
              <a:gdLst/>
              <a:ahLst/>
              <a:cxnLst/>
              <a:rect l="l" t="t" r="r" b="b"/>
              <a:pathLst>
                <a:path w="23090" h="15904" extrusionOk="0">
                  <a:moveTo>
                    <a:pt x="22838" y="0"/>
                  </a:moveTo>
                  <a:lnTo>
                    <a:pt x="0" y="15574"/>
                  </a:lnTo>
                  <a:cubicBezTo>
                    <a:pt x="77" y="15729"/>
                    <a:pt x="77" y="15826"/>
                    <a:pt x="77" y="15903"/>
                  </a:cubicBezTo>
                  <a:lnTo>
                    <a:pt x="23089" y="155"/>
                  </a:lnTo>
                  <a:cubicBezTo>
                    <a:pt x="23012" y="78"/>
                    <a:pt x="22915" y="78"/>
                    <a:pt x="228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7"/>
            <p:cNvSpPr/>
            <p:nvPr/>
          </p:nvSpPr>
          <p:spPr>
            <a:xfrm>
              <a:off x="2935650" y="294775"/>
              <a:ext cx="611175" cy="421825"/>
            </a:xfrm>
            <a:custGeom>
              <a:avLst/>
              <a:gdLst/>
              <a:ahLst/>
              <a:cxnLst/>
              <a:rect l="l" t="t" r="r" b="b"/>
              <a:pathLst>
                <a:path w="24447" h="16873" extrusionOk="0">
                  <a:moveTo>
                    <a:pt x="24214" y="0"/>
                  </a:moveTo>
                  <a:lnTo>
                    <a:pt x="1" y="16543"/>
                  </a:lnTo>
                  <a:cubicBezTo>
                    <a:pt x="1" y="16620"/>
                    <a:pt x="1" y="16698"/>
                    <a:pt x="78" y="16872"/>
                  </a:cubicBezTo>
                  <a:lnTo>
                    <a:pt x="24446" y="155"/>
                  </a:lnTo>
                  <a:cubicBezTo>
                    <a:pt x="24369" y="78"/>
                    <a:pt x="24291" y="0"/>
                    <a:pt x="2421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7"/>
            <p:cNvSpPr/>
            <p:nvPr/>
          </p:nvSpPr>
          <p:spPr>
            <a:xfrm>
              <a:off x="2945350" y="318975"/>
              <a:ext cx="637775" cy="439750"/>
            </a:xfrm>
            <a:custGeom>
              <a:avLst/>
              <a:gdLst/>
              <a:ahLst/>
              <a:cxnLst/>
              <a:rect l="l" t="t" r="r" b="b"/>
              <a:pathLst>
                <a:path w="25511" h="17590" extrusionOk="0">
                  <a:moveTo>
                    <a:pt x="25279" y="1"/>
                  </a:moveTo>
                  <a:lnTo>
                    <a:pt x="0" y="17357"/>
                  </a:lnTo>
                  <a:cubicBezTo>
                    <a:pt x="0" y="17434"/>
                    <a:pt x="97" y="17512"/>
                    <a:pt x="97" y="17589"/>
                  </a:cubicBezTo>
                  <a:lnTo>
                    <a:pt x="25511" y="156"/>
                  </a:lnTo>
                  <a:cubicBezTo>
                    <a:pt x="25434" y="78"/>
                    <a:pt x="25356" y="78"/>
                    <a:pt x="2527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7"/>
            <p:cNvSpPr/>
            <p:nvPr/>
          </p:nvSpPr>
          <p:spPr>
            <a:xfrm>
              <a:off x="2959875" y="347075"/>
              <a:ext cx="655700" cy="449900"/>
            </a:xfrm>
            <a:custGeom>
              <a:avLst/>
              <a:gdLst/>
              <a:ahLst/>
              <a:cxnLst/>
              <a:rect l="l" t="t" r="r" b="b"/>
              <a:pathLst>
                <a:path w="26228" h="17996" extrusionOk="0">
                  <a:moveTo>
                    <a:pt x="25976" y="0"/>
                  </a:moveTo>
                  <a:lnTo>
                    <a:pt x="0" y="17763"/>
                  </a:lnTo>
                  <a:cubicBezTo>
                    <a:pt x="0" y="17841"/>
                    <a:pt x="78" y="17918"/>
                    <a:pt x="78" y="17996"/>
                  </a:cubicBezTo>
                  <a:lnTo>
                    <a:pt x="26228" y="155"/>
                  </a:lnTo>
                  <a:cubicBezTo>
                    <a:pt x="26150" y="78"/>
                    <a:pt x="26053" y="0"/>
                    <a:pt x="259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7"/>
            <p:cNvSpPr/>
            <p:nvPr/>
          </p:nvSpPr>
          <p:spPr>
            <a:xfrm>
              <a:off x="2977800" y="377575"/>
              <a:ext cx="663925" cy="457650"/>
            </a:xfrm>
            <a:custGeom>
              <a:avLst/>
              <a:gdLst/>
              <a:ahLst/>
              <a:cxnLst/>
              <a:rect l="l" t="t" r="r" b="b"/>
              <a:pathLst>
                <a:path w="26557" h="18306" extrusionOk="0">
                  <a:moveTo>
                    <a:pt x="26402" y="1"/>
                  </a:moveTo>
                  <a:lnTo>
                    <a:pt x="0" y="18073"/>
                  </a:lnTo>
                  <a:cubicBezTo>
                    <a:pt x="0" y="18151"/>
                    <a:pt x="78" y="18228"/>
                    <a:pt x="78" y="18306"/>
                  </a:cubicBezTo>
                  <a:lnTo>
                    <a:pt x="26557" y="156"/>
                  </a:lnTo>
                  <a:cubicBezTo>
                    <a:pt x="26557" y="78"/>
                    <a:pt x="26479" y="1"/>
                    <a:pt x="264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7"/>
            <p:cNvSpPr/>
            <p:nvPr/>
          </p:nvSpPr>
          <p:spPr>
            <a:xfrm>
              <a:off x="2998125" y="409550"/>
              <a:ext cx="669750" cy="460075"/>
            </a:xfrm>
            <a:custGeom>
              <a:avLst/>
              <a:gdLst/>
              <a:ahLst/>
              <a:cxnLst/>
              <a:rect l="l" t="t" r="r" b="b"/>
              <a:pathLst>
                <a:path w="26790" h="18403" extrusionOk="0">
                  <a:moveTo>
                    <a:pt x="26635" y="0"/>
                  </a:moveTo>
                  <a:lnTo>
                    <a:pt x="1" y="18170"/>
                  </a:lnTo>
                  <a:cubicBezTo>
                    <a:pt x="78" y="18247"/>
                    <a:pt x="78" y="18247"/>
                    <a:pt x="78" y="18325"/>
                  </a:cubicBezTo>
                  <a:lnTo>
                    <a:pt x="156" y="18402"/>
                  </a:lnTo>
                  <a:lnTo>
                    <a:pt x="26790" y="174"/>
                  </a:lnTo>
                  <a:cubicBezTo>
                    <a:pt x="26712" y="174"/>
                    <a:pt x="26712" y="78"/>
                    <a:pt x="26712" y="78"/>
                  </a:cubicBezTo>
                  <a:lnTo>
                    <a:pt x="2663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7"/>
            <p:cNvSpPr/>
            <p:nvPr/>
          </p:nvSpPr>
          <p:spPr>
            <a:xfrm>
              <a:off x="3022350" y="443925"/>
              <a:ext cx="665875" cy="458125"/>
            </a:xfrm>
            <a:custGeom>
              <a:avLst/>
              <a:gdLst/>
              <a:ahLst/>
              <a:cxnLst/>
              <a:rect l="l" t="t" r="r" b="b"/>
              <a:pathLst>
                <a:path w="26635" h="18325" extrusionOk="0">
                  <a:moveTo>
                    <a:pt x="26557" y="0"/>
                  </a:moveTo>
                  <a:lnTo>
                    <a:pt x="0" y="18170"/>
                  </a:lnTo>
                  <a:cubicBezTo>
                    <a:pt x="78" y="18247"/>
                    <a:pt x="155" y="18247"/>
                    <a:pt x="155" y="18325"/>
                  </a:cubicBezTo>
                  <a:lnTo>
                    <a:pt x="26634" y="252"/>
                  </a:lnTo>
                  <a:cubicBezTo>
                    <a:pt x="26634" y="155"/>
                    <a:pt x="26557" y="78"/>
                    <a:pt x="265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7"/>
            <p:cNvSpPr/>
            <p:nvPr/>
          </p:nvSpPr>
          <p:spPr>
            <a:xfrm>
              <a:off x="3050425" y="480250"/>
              <a:ext cx="655725" cy="451825"/>
            </a:xfrm>
            <a:custGeom>
              <a:avLst/>
              <a:gdLst/>
              <a:ahLst/>
              <a:cxnLst/>
              <a:rect l="l" t="t" r="r" b="b"/>
              <a:pathLst>
                <a:path w="26229" h="18073" extrusionOk="0">
                  <a:moveTo>
                    <a:pt x="26151" y="0"/>
                  </a:moveTo>
                  <a:lnTo>
                    <a:pt x="1" y="17918"/>
                  </a:lnTo>
                  <a:cubicBezTo>
                    <a:pt x="78" y="17995"/>
                    <a:pt x="156" y="17995"/>
                    <a:pt x="252" y="18073"/>
                  </a:cubicBezTo>
                  <a:lnTo>
                    <a:pt x="26228" y="252"/>
                  </a:lnTo>
                  <a:cubicBezTo>
                    <a:pt x="26228" y="155"/>
                    <a:pt x="26151" y="78"/>
                    <a:pt x="261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7"/>
            <p:cNvSpPr/>
            <p:nvPr/>
          </p:nvSpPr>
          <p:spPr>
            <a:xfrm>
              <a:off x="3082875" y="520425"/>
              <a:ext cx="637300" cy="440225"/>
            </a:xfrm>
            <a:custGeom>
              <a:avLst/>
              <a:gdLst/>
              <a:ahLst/>
              <a:cxnLst/>
              <a:rect l="l" t="t" r="r" b="b"/>
              <a:pathLst>
                <a:path w="25492" h="17609" extrusionOk="0">
                  <a:moveTo>
                    <a:pt x="25414" y="1"/>
                  </a:moveTo>
                  <a:lnTo>
                    <a:pt x="0" y="17434"/>
                  </a:lnTo>
                  <a:cubicBezTo>
                    <a:pt x="78" y="17434"/>
                    <a:pt x="155" y="17531"/>
                    <a:pt x="233" y="17609"/>
                  </a:cubicBezTo>
                  <a:lnTo>
                    <a:pt x="25492" y="253"/>
                  </a:lnTo>
                  <a:cubicBezTo>
                    <a:pt x="25492" y="175"/>
                    <a:pt x="25414" y="98"/>
                    <a:pt x="2541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7"/>
            <p:cNvSpPr/>
            <p:nvPr/>
          </p:nvSpPr>
          <p:spPr>
            <a:xfrm>
              <a:off x="3119200" y="563050"/>
              <a:ext cx="611150" cy="421825"/>
            </a:xfrm>
            <a:custGeom>
              <a:avLst/>
              <a:gdLst/>
              <a:ahLst/>
              <a:cxnLst/>
              <a:rect l="l" t="t" r="r" b="b"/>
              <a:pathLst>
                <a:path w="24446" h="16873" extrusionOk="0">
                  <a:moveTo>
                    <a:pt x="24368" y="1"/>
                  </a:moveTo>
                  <a:lnTo>
                    <a:pt x="0" y="16698"/>
                  </a:lnTo>
                  <a:cubicBezTo>
                    <a:pt x="78" y="16795"/>
                    <a:pt x="155" y="16795"/>
                    <a:pt x="233" y="16872"/>
                  </a:cubicBezTo>
                  <a:lnTo>
                    <a:pt x="24446" y="233"/>
                  </a:lnTo>
                  <a:cubicBezTo>
                    <a:pt x="24446" y="156"/>
                    <a:pt x="24368" y="78"/>
                    <a:pt x="243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7"/>
            <p:cNvSpPr/>
            <p:nvPr/>
          </p:nvSpPr>
          <p:spPr>
            <a:xfrm>
              <a:off x="3159375" y="609550"/>
              <a:ext cx="575325" cy="397600"/>
            </a:xfrm>
            <a:custGeom>
              <a:avLst/>
              <a:gdLst/>
              <a:ahLst/>
              <a:cxnLst/>
              <a:rect l="l" t="t" r="r" b="b"/>
              <a:pathLst>
                <a:path w="23013" h="15904" extrusionOk="0">
                  <a:moveTo>
                    <a:pt x="23013" y="0"/>
                  </a:moveTo>
                  <a:lnTo>
                    <a:pt x="1" y="15729"/>
                  </a:lnTo>
                  <a:cubicBezTo>
                    <a:pt x="78" y="15806"/>
                    <a:pt x="156" y="15806"/>
                    <a:pt x="253" y="15903"/>
                  </a:cubicBezTo>
                  <a:lnTo>
                    <a:pt x="23013" y="233"/>
                  </a:lnTo>
                  <a:lnTo>
                    <a:pt x="2301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3203925" y="657975"/>
              <a:ext cx="530775" cy="365150"/>
            </a:xfrm>
            <a:custGeom>
              <a:avLst/>
              <a:gdLst/>
              <a:ahLst/>
              <a:cxnLst/>
              <a:rect l="l" t="t" r="r" b="b"/>
              <a:pathLst>
                <a:path w="21231" h="14606" extrusionOk="0">
                  <a:moveTo>
                    <a:pt x="21231" y="0"/>
                  </a:moveTo>
                  <a:lnTo>
                    <a:pt x="1" y="14528"/>
                  </a:lnTo>
                  <a:cubicBezTo>
                    <a:pt x="156" y="14606"/>
                    <a:pt x="233" y="14606"/>
                    <a:pt x="311" y="14606"/>
                  </a:cubicBezTo>
                  <a:lnTo>
                    <a:pt x="21231" y="310"/>
                  </a:lnTo>
                  <a:lnTo>
                    <a:pt x="2123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3256225" y="712200"/>
              <a:ext cx="472200" cy="324975"/>
            </a:xfrm>
            <a:custGeom>
              <a:avLst/>
              <a:gdLst/>
              <a:ahLst/>
              <a:cxnLst/>
              <a:rect l="l" t="t" r="r" b="b"/>
              <a:pathLst>
                <a:path w="18888" h="12999" extrusionOk="0">
                  <a:moveTo>
                    <a:pt x="18887" y="1"/>
                  </a:moveTo>
                  <a:lnTo>
                    <a:pt x="1" y="12921"/>
                  </a:lnTo>
                  <a:cubicBezTo>
                    <a:pt x="156" y="12921"/>
                    <a:pt x="253" y="12998"/>
                    <a:pt x="408" y="12998"/>
                  </a:cubicBezTo>
                  <a:lnTo>
                    <a:pt x="18887" y="330"/>
                  </a:lnTo>
                  <a:lnTo>
                    <a:pt x="1888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3318700" y="772750"/>
              <a:ext cx="393725" cy="270725"/>
            </a:xfrm>
            <a:custGeom>
              <a:avLst/>
              <a:gdLst/>
              <a:ahLst/>
              <a:cxnLst/>
              <a:rect l="l" t="t" r="r" b="b"/>
              <a:pathLst>
                <a:path w="15749" h="10829" extrusionOk="0">
                  <a:moveTo>
                    <a:pt x="15749" y="0"/>
                  </a:moveTo>
                  <a:lnTo>
                    <a:pt x="1" y="10828"/>
                  </a:lnTo>
                  <a:lnTo>
                    <a:pt x="485" y="10828"/>
                  </a:lnTo>
                  <a:lnTo>
                    <a:pt x="15671" y="407"/>
                  </a:lnTo>
                  <a:cubicBezTo>
                    <a:pt x="15671" y="252"/>
                    <a:pt x="15749" y="174"/>
                    <a:pt x="157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3399575" y="845375"/>
              <a:ext cx="280425" cy="191800"/>
            </a:xfrm>
            <a:custGeom>
              <a:avLst/>
              <a:gdLst/>
              <a:ahLst/>
              <a:cxnLst/>
              <a:rect l="l" t="t" r="r" b="b"/>
              <a:pathLst>
                <a:path w="11217" h="7672" extrusionOk="0">
                  <a:moveTo>
                    <a:pt x="11216" y="1"/>
                  </a:moveTo>
                  <a:lnTo>
                    <a:pt x="1" y="7671"/>
                  </a:lnTo>
                  <a:cubicBezTo>
                    <a:pt x="233" y="7594"/>
                    <a:pt x="407" y="7594"/>
                    <a:pt x="562" y="7594"/>
                  </a:cubicBezTo>
                  <a:lnTo>
                    <a:pt x="10887" y="485"/>
                  </a:lnTo>
                  <a:cubicBezTo>
                    <a:pt x="10984" y="330"/>
                    <a:pt x="11061" y="175"/>
                    <a:pt x="1121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5" name="Google Shape;315;p7"/>
          <p:cNvGrpSpPr/>
          <p:nvPr/>
        </p:nvGrpSpPr>
        <p:grpSpPr>
          <a:xfrm rot="5400000">
            <a:off x="8456538" y="2939575"/>
            <a:ext cx="538025" cy="157800"/>
            <a:chOff x="2575325" y="1348650"/>
            <a:chExt cx="538025" cy="157800"/>
          </a:xfrm>
        </p:grpSpPr>
        <p:sp>
          <p:nvSpPr>
            <p:cNvPr id="316" name="Google Shape;316;p7"/>
            <p:cNvSpPr/>
            <p:nvPr/>
          </p:nvSpPr>
          <p:spPr>
            <a:xfrm>
              <a:off x="2575325" y="1348650"/>
              <a:ext cx="157800" cy="157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7"/>
            <p:cNvSpPr/>
            <p:nvPr/>
          </p:nvSpPr>
          <p:spPr>
            <a:xfrm>
              <a:off x="2765438" y="1348650"/>
              <a:ext cx="157800" cy="157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2955550" y="1348650"/>
              <a:ext cx="157800" cy="157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9" name="Google Shape;319;p7"/>
          <p:cNvGrpSpPr/>
          <p:nvPr/>
        </p:nvGrpSpPr>
        <p:grpSpPr>
          <a:xfrm>
            <a:off x="325689" y="3992850"/>
            <a:ext cx="925310" cy="943383"/>
            <a:chOff x="595389" y="1761100"/>
            <a:chExt cx="925310" cy="943383"/>
          </a:xfrm>
        </p:grpSpPr>
        <p:cxnSp>
          <p:nvCxnSpPr>
            <p:cNvPr id="320" name="Google Shape;320;p7"/>
            <p:cNvCxnSpPr/>
            <p:nvPr/>
          </p:nvCxnSpPr>
          <p:spPr>
            <a:xfrm>
              <a:off x="790199" y="2065118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1" name="Google Shape;321;p7"/>
            <p:cNvCxnSpPr/>
            <p:nvPr/>
          </p:nvCxnSpPr>
          <p:spPr>
            <a:xfrm>
              <a:off x="595389" y="2117083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2" name="Google Shape;322;p7"/>
            <p:cNvCxnSpPr/>
            <p:nvPr/>
          </p:nvCxnSpPr>
          <p:spPr>
            <a:xfrm>
              <a:off x="656919" y="1761100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23" name="Google Shape;323;p7"/>
          <p:cNvGrpSpPr/>
          <p:nvPr/>
        </p:nvGrpSpPr>
        <p:grpSpPr>
          <a:xfrm>
            <a:off x="7961339" y="68312"/>
            <a:ext cx="925310" cy="943383"/>
            <a:chOff x="595389" y="1761100"/>
            <a:chExt cx="925310" cy="943383"/>
          </a:xfrm>
        </p:grpSpPr>
        <p:cxnSp>
          <p:nvCxnSpPr>
            <p:cNvPr id="324" name="Google Shape;324;p7"/>
            <p:cNvCxnSpPr/>
            <p:nvPr/>
          </p:nvCxnSpPr>
          <p:spPr>
            <a:xfrm>
              <a:off x="790199" y="2065118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5" name="Google Shape;325;p7"/>
            <p:cNvCxnSpPr/>
            <p:nvPr/>
          </p:nvCxnSpPr>
          <p:spPr>
            <a:xfrm>
              <a:off x="595389" y="2117083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6" name="Google Shape;326;p7"/>
            <p:cNvCxnSpPr/>
            <p:nvPr/>
          </p:nvCxnSpPr>
          <p:spPr>
            <a:xfrm>
              <a:off x="656919" y="1761100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27" name="Google Shape;327;p7"/>
          <p:cNvGrpSpPr/>
          <p:nvPr/>
        </p:nvGrpSpPr>
        <p:grpSpPr>
          <a:xfrm>
            <a:off x="750197" y="155825"/>
            <a:ext cx="1584577" cy="196549"/>
            <a:chOff x="750197" y="155825"/>
            <a:chExt cx="1584577" cy="196549"/>
          </a:xfrm>
        </p:grpSpPr>
        <p:sp>
          <p:nvSpPr>
            <p:cNvPr id="328" name="Google Shape;328;p7"/>
            <p:cNvSpPr/>
            <p:nvPr/>
          </p:nvSpPr>
          <p:spPr>
            <a:xfrm rot="-5400000">
              <a:off x="2093744" y="299443"/>
              <a:ext cx="52930" cy="52930"/>
            </a:xfrm>
            <a:custGeom>
              <a:avLst/>
              <a:gdLst/>
              <a:ahLst/>
              <a:cxnLst/>
              <a:rect l="l" t="t" r="r" b="b"/>
              <a:pathLst>
                <a:path w="1221" h="1221" extrusionOk="0">
                  <a:moveTo>
                    <a:pt x="659" y="0"/>
                  </a:moveTo>
                  <a:cubicBezTo>
                    <a:pt x="252" y="0"/>
                    <a:pt x="0" y="252"/>
                    <a:pt x="0" y="640"/>
                  </a:cubicBezTo>
                  <a:cubicBezTo>
                    <a:pt x="0" y="969"/>
                    <a:pt x="252" y="1221"/>
                    <a:pt x="659" y="1221"/>
                  </a:cubicBezTo>
                  <a:cubicBezTo>
                    <a:pt x="969" y="1221"/>
                    <a:pt x="1221" y="969"/>
                    <a:pt x="1221" y="640"/>
                  </a:cubicBezTo>
                  <a:cubicBezTo>
                    <a:pt x="1221" y="252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7"/>
            <p:cNvSpPr/>
            <p:nvPr/>
          </p:nvSpPr>
          <p:spPr>
            <a:xfrm rot="-5400000">
              <a:off x="1915294" y="299855"/>
              <a:ext cx="52930" cy="52107"/>
            </a:xfrm>
            <a:custGeom>
              <a:avLst/>
              <a:gdLst/>
              <a:ahLst/>
              <a:cxnLst/>
              <a:rect l="l" t="t" r="r" b="b"/>
              <a:pathLst>
                <a:path w="1221" h="1202" extrusionOk="0">
                  <a:moveTo>
                    <a:pt x="659" y="1"/>
                  </a:moveTo>
                  <a:cubicBezTo>
                    <a:pt x="252" y="1"/>
                    <a:pt x="0" y="233"/>
                    <a:pt x="0" y="563"/>
                  </a:cubicBezTo>
                  <a:cubicBezTo>
                    <a:pt x="0" y="969"/>
                    <a:pt x="252" y="1202"/>
                    <a:pt x="659" y="1202"/>
                  </a:cubicBezTo>
                  <a:cubicBezTo>
                    <a:pt x="969" y="1202"/>
                    <a:pt x="1221" y="969"/>
                    <a:pt x="1221" y="563"/>
                  </a:cubicBezTo>
                  <a:cubicBezTo>
                    <a:pt x="1221" y="233"/>
                    <a:pt x="969" y="1"/>
                    <a:pt x="6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7"/>
            <p:cNvSpPr/>
            <p:nvPr/>
          </p:nvSpPr>
          <p:spPr>
            <a:xfrm rot="-5400000">
              <a:off x="1735196" y="297753"/>
              <a:ext cx="52930" cy="56312"/>
            </a:xfrm>
            <a:custGeom>
              <a:avLst/>
              <a:gdLst/>
              <a:ahLst/>
              <a:cxnLst/>
              <a:rect l="l" t="t" r="r" b="b"/>
              <a:pathLst>
                <a:path w="1221" h="1299" extrusionOk="0">
                  <a:moveTo>
                    <a:pt x="659" y="0"/>
                  </a:moveTo>
                  <a:cubicBezTo>
                    <a:pt x="252" y="0"/>
                    <a:pt x="0" y="330"/>
                    <a:pt x="0" y="640"/>
                  </a:cubicBezTo>
                  <a:cubicBezTo>
                    <a:pt x="0" y="969"/>
                    <a:pt x="252" y="1298"/>
                    <a:pt x="659" y="1298"/>
                  </a:cubicBezTo>
                  <a:cubicBezTo>
                    <a:pt x="969" y="1298"/>
                    <a:pt x="1221" y="969"/>
                    <a:pt x="1221" y="640"/>
                  </a:cubicBezTo>
                  <a:cubicBezTo>
                    <a:pt x="1221" y="330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7"/>
            <p:cNvSpPr/>
            <p:nvPr/>
          </p:nvSpPr>
          <p:spPr>
            <a:xfrm rot="-5400000">
              <a:off x="1556334" y="297753"/>
              <a:ext cx="52930" cy="56312"/>
            </a:xfrm>
            <a:custGeom>
              <a:avLst/>
              <a:gdLst/>
              <a:ahLst/>
              <a:cxnLst/>
              <a:rect l="l" t="t" r="r" b="b"/>
              <a:pathLst>
                <a:path w="1221" h="1299" extrusionOk="0">
                  <a:moveTo>
                    <a:pt x="659" y="0"/>
                  </a:moveTo>
                  <a:cubicBezTo>
                    <a:pt x="252" y="0"/>
                    <a:pt x="0" y="330"/>
                    <a:pt x="0" y="659"/>
                  </a:cubicBezTo>
                  <a:cubicBezTo>
                    <a:pt x="0" y="969"/>
                    <a:pt x="252" y="1298"/>
                    <a:pt x="659" y="1298"/>
                  </a:cubicBezTo>
                  <a:cubicBezTo>
                    <a:pt x="969" y="1298"/>
                    <a:pt x="1221" y="969"/>
                    <a:pt x="1221" y="659"/>
                  </a:cubicBezTo>
                  <a:cubicBezTo>
                    <a:pt x="1221" y="330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7"/>
            <p:cNvSpPr/>
            <p:nvPr/>
          </p:nvSpPr>
          <p:spPr>
            <a:xfrm rot="-5400000">
              <a:off x="1378296" y="297753"/>
              <a:ext cx="52930" cy="56312"/>
            </a:xfrm>
            <a:custGeom>
              <a:avLst/>
              <a:gdLst/>
              <a:ahLst/>
              <a:cxnLst/>
              <a:rect l="l" t="t" r="r" b="b"/>
              <a:pathLst>
                <a:path w="1221" h="1299" extrusionOk="0">
                  <a:moveTo>
                    <a:pt x="659" y="1"/>
                  </a:moveTo>
                  <a:cubicBezTo>
                    <a:pt x="252" y="1"/>
                    <a:pt x="0" y="330"/>
                    <a:pt x="0" y="640"/>
                  </a:cubicBezTo>
                  <a:cubicBezTo>
                    <a:pt x="0" y="969"/>
                    <a:pt x="252" y="1299"/>
                    <a:pt x="659" y="1299"/>
                  </a:cubicBezTo>
                  <a:cubicBezTo>
                    <a:pt x="969" y="1299"/>
                    <a:pt x="1221" y="969"/>
                    <a:pt x="1221" y="640"/>
                  </a:cubicBezTo>
                  <a:cubicBezTo>
                    <a:pt x="1221" y="330"/>
                    <a:pt x="969" y="1"/>
                    <a:pt x="6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 rot="-5400000">
              <a:off x="1197765" y="299422"/>
              <a:ext cx="52930" cy="52974"/>
            </a:xfrm>
            <a:custGeom>
              <a:avLst/>
              <a:gdLst/>
              <a:ahLst/>
              <a:cxnLst/>
              <a:rect l="l" t="t" r="r" b="b"/>
              <a:pathLst>
                <a:path w="1221" h="1222" extrusionOk="0">
                  <a:moveTo>
                    <a:pt x="659" y="1"/>
                  </a:moveTo>
                  <a:cubicBezTo>
                    <a:pt x="252" y="1"/>
                    <a:pt x="0" y="253"/>
                    <a:pt x="0" y="660"/>
                  </a:cubicBezTo>
                  <a:cubicBezTo>
                    <a:pt x="0" y="970"/>
                    <a:pt x="252" y="1221"/>
                    <a:pt x="659" y="1221"/>
                  </a:cubicBezTo>
                  <a:cubicBezTo>
                    <a:pt x="969" y="1221"/>
                    <a:pt x="1221" y="970"/>
                    <a:pt x="1221" y="660"/>
                  </a:cubicBezTo>
                  <a:cubicBezTo>
                    <a:pt x="1221" y="253"/>
                    <a:pt x="969" y="1"/>
                    <a:pt x="6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7"/>
            <p:cNvSpPr/>
            <p:nvPr/>
          </p:nvSpPr>
          <p:spPr>
            <a:xfrm rot="-5400000">
              <a:off x="1019336" y="299855"/>
              <a:ext cx="52930" cy="52107"/>
            </a:xfrm>
            <a:custGeom>
              <a:avLst/>
              <a:gdLst/>
              <a:ahLst/>
              <a:cxnLst/>
              <a:rect l="l" t="t" r="r" b="b"/>
              <a:pathLst>
                <a:path w="1221" h="1202" extrusionOk="0">
                  <a:moveTo>
                    <a:pt x="659" y="0"/>
                  </a:moveTo>
                  <a:cubicBezTo>
                    <a:pt x="252" y="0"/>
                    <a:pt x="0" y="233"/>
                    <a:pt x="0" y="640"/>
                  </a:cubicBezTo>
                  <a:cubicBezTo>
                    <a:pt x="0" y="969"/>
                    <a:pt x="252" y="1201"/>
                    <a:pt x="659" y="1201"/>
                  </a:cubicBezTo>
                  <a:cubicBezTo>
                    <a:pt x="969" y="1201"/>
                    <a:pt x="1221" y="969"/>
                    <a:pt x="1221" y="640"/>
                  </a:cubicBezTo>
                  <a:cubicBezTo>
                    <a:pt x="1221" y="233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7"/>
            <p:cNvSpPr/>
            <p:nvPr/>
          </p:nvSpPr>
          <p:spPr>
            <a:xfrm rot="-5400000">
              <a:off x="840886" y="299443"/>
              <a:ext cx="52930" cy="52930"/>
            </a:xfrm>
            <a:custGeom>
              <a:avLst/>
              <a:gdLst/>
              <a:ahLst/>
              <a:cxnLst/>
              <a:rect l="l" t="t" r="r" b="b"/>
              <a:pathLst>
                <a:path w="1221" h="1221" extrusionOk="0">
                  <a:moveTo>
                    <a:pt x="659" y="1"/>
                  </a:moveTo>
                  <a:cubicBezTo>
                    <a:pt x="252" y="1"/>
                    <a:pt x="0" y="252"/>
                    <a:pt x="0" y="582"/>
                  </a:cubicBezTo>
                  <a:cubicBezTo>
                    <a:pt x="0" y="969"/>
                    <a:pt x="252" y="1221"/>
                    <a:pt x="659" y="1221"/>
                  </a:cubicBezTo>
                  <a:cubicBezTo>
                    <a:pt x="969" y="1221"/>
                    <a:pt x="1221" y="969"/>
                    <a:pt x="1221" y="582"/>
                  </a:cubicBezTo>
                  <a:cubicBezTo>
                    <a:pt x="1221" y="252"/>
                    <a:pt x="969" y="1"/>
                    <a:pt x="6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7"/>
            <p:cNvSpPr/>
            <p:nvPr/>
          </p:nvSpPr>
          <p:spPr>
            <a:xfrm rot="-5400000">
              <a:off x="2181051" y="155825"/>
              <a:ext cx="56312" cy="56312"/>
            </a:xfrm>
            <a:custGeom>
              <a:avLst/>
              <a:gdLst/>
              <a:ahLst/>
              <a:cxnLst/>
              <a:rect l="l" t="t" r="r" b="b"/>
              <a:pathLst>
                <a:path w="1299" h="1299" extrusionOk="0">
                  <a:moveTo>
                    <a:pt x="640" y="1"/>
                  </a:moveTo>
                  <a:cubicBezTo>
                    <a:pt x="330" y="1"/>
                    <a:pt x="0" y="330"/>
                    <a:pt x="0" y="659"/>
                  </a:cubicBezTo>
                  <a:cubicBezTo>
                    <a:pt x="0" y="969"/>
                    <a:pt x="330" y="1299"/>
                    <a:pt x="640" y="1299"/>
                  </a:cubicBezTo>
                  <a:cubicBezTo>
                    <a:pt x="969" y="1299"/>
                    <a:pt x="1298" y="969"/>
                    <a:pt x="1298" y="659"/>
                  </a:cubicBezTo>
                  <a:cubicBezTo>
                    <a:pt x="1298" y="330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7"/>
            <p:cNvSpPr/>
            <p:nvPr/>
          </p:nvSpPr>
          <p:spPr>
            <a:xfrm rot="-5400000">
              <a:off x="2000953" y="157927"/>
              <a:ext cx="56312" cy="52107"/>
            </a:xfrm>
            <a:custGeom>
              <a:avLst/>
              <a:gdLst/>
              <a:ahLst/>
              <a:cxnLst/>
              <a:rect l="l" t="t" r="r" b="b"/>
              <a:pathLst>
                <a:path w="1299" h="1202" extrusionOk="0">
                  <a:moveTo>
                    <a:pt x="640" y="0"/>
                  </a:moveTo>
                  <a:cubicBezTo>
                    <a:pt x="330" y="0"/>
                    <a:pt x="0" y="233"/>
                    <a:pt x="0" y="640"/>
                  </a:cubicBezTo>
                  <a:cubicBezTo>
                    <a:pt x="0" y="969"/>
                    <a:pt x="330" y="1201"/>
                    <a:pt x="640" y="1201"/>
                  </a:cubicBezTo>
                  <a:cubicBezTo>
                    <a:pt x="969" y="1201"/>
                    <a:pt x="1298" y="969"/>
                    <a:pt x="1298" y="640"/>
                  </a:cubicBezTo>
                  <a:cubicBezTo>
                    <a:pt x="1298" y="233"/>
                    <a:pt x="969" y="0"/>
                    <a:pt x="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7"/>
            <p:cNvSpPr/>
            <p:nvPr/>
          </p:nvSpPr>
          <p:spPr>
            <a:xfrm rot="-5400000">
              <a:off x="1822503" y="157515"/>
              <a:ext cx="56312" cy="52930"/>
            </a:xfrm>
            <a:custGeom>
              <a:avLst/>
              <a:gdLst/>
              <a:ahLst/>
              <a:cxnLst/>
              <a:rect l="l" t="t" r="r" b="b"/>
              <a:pathLst>
                <a:path w="1299" h="1221" extrusionOk="0">
                  <a:moveTo>
                    <a:pt x="640" y="0"/>
                  </a:moveTo>
                  <a:cubicBezTo>
                    <a:pt x="330" y="0"/>
                    <a:pt x="0" y="252"/>
                    <a:pt x="0" y="562"/>
                  </a:cubicBezTo>
                  <a:cubicBezTo>
                    <a:pt x="0" y="969"/>
                    <a:pt x="330" y="1221"/>
                    <a:pt x="640" y="1221"/>
                  </a:cubicBezTo>
                  <a:cubicBezTo>
                    <a:pt x="969" y="1221"/>
                    <a:pt x="1298" y="969"/>
                    <a:pt x="1298" y="562"/>
                  </a:cubicBezTo>
                  <a:cubicBezTo>
                    <a:pt x="1298" y="252"/>
                    <a:pt x="969" y="0"/>
                    <a:pt x="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7"/>
            <p:cNvSpPr/>
            <p:nvPr/>
          </p:nvSpPr>
          <p:spPr>
            <a:xfrm rot="-5400000">
              <a:off x="1644053" y="157927"/>
              <a:ext cx="56312" cy="52107"/>
            </a:xfrm>
            <a:custGeom>
              <a:avLst/>
              <a:gdLst/>
              <a:ahLst/>
              <a:cxnLst/>
              <a:rect l="l" t="t" r="r" b="b"/>
              <a:pathLst>
                <a:path w="1299" h="1202" extrusionOk="0">
                  <a:moveTo>
                    <a:pt x="640" y="1"/>
                  </a:moveTo>
                  <a:cubicBezTo>
                    <a:pt x="330" y="1"/>
                    <a:pt x="0" y="233"/>
                    <a:pt x="0" y="563"/>
                  </a:cubicBezTo>
                  <a:cubicBezTo>
                    <a:pt x="0" y="969"/>
                    <a:pt x="330" y="1202"/>
                    <a:pt x="640" y="1202"/>
                  </a:cubicBezTo>
                  <a:cubicBezTo>
                    <a:pt x="969" y="1202"/>
                    <a:pt x="1298" y="969"/>
                    <a:pt x="1298" y="563"/>
                  </a:cubicBezTo>
                  <a:cubicBezTo>
                    <a:pt x="1298" y="233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7"/>
            <p:cNvSpPr/>
            <p:nvPr/>
          </p:nvSpPr>
          <p:spPr>
            <a:xfrm rot="-5400000">
              <a:off x="1463955" y="155825"/>
              <a:ext cx="56312" cy="56312"/>
            </a:xfrm>
            <a:custGeom>
              <a:avLst/>
              <a:gdLst/>
              <a:ahLst/>
              <a:cxnLst/>
              <a:rect l="l" t="t" r="r" b="b"/>
              <a:pathLst>
                <a:path w="1299" h="1299" extrusionOk="0">
                  <a:moveTo>
                    <a:pt x="640" y="0"/>
                  </a:moveTo>
                  <a:cubicBezTo>
                    <a:pt x="330" y="0"/>
                    <a:pt x="0" y="330"/>
                    <a:pt x="0" y="640"/>
                  </a:cubicBezTo>
                  <a:cubicBezTo>
                    <a:pt x="0" y="969"/>
                    <a:pt x="330" y="1298"/>
                    <a:pt x="640" y="1298"/>
                  </a:cubicBezTo>
                  <a:cubicBezTo>
                    <a:pt x="969" y="1298"/>
                    <a:pt x="1298" y="969"/>
                    <a:pt x="1298" y="640"/>
                  </a:cubicBezTo>
                  <a:cubicBezTo>
                    <a:pt x="1298" y="330"/>
                    <a:pt x="969" y="0"/>
                    <a:pt x="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7"/>
            <p:cNvSpPr/>
            <p:nvPr/>
          </p:nvSpPr>
          <p:spPr>
            <a:xfrm rot="-5400000">
              <a:off x="1285505" y="156237"/>
              <a:ext cx="56312" cy="55488"/>
            </a:xfrm>
            <a:custGeom>
              <a:avLst/>
              <a:gdLst/>
              <a:ahLst/>
              <a:cxnLst/>
              <a:rect l="l" t="t" r="r" b="b"/>
              <a:pathLst>
                <a:path w="1299" h="1280" extrusionOk="0">
                  <a:moveTo>
                    <a:pt x="640" y="1"/>
                  </a:moveTo>
                  <a:cubicBezTo>
                    <a:pt x="330" y="1"/>
                    <a:pt x="0" y="311"/>
                    <a:pt x="0" y="640"/>
                  </a:cubicBezTo>
                  <a:cubicBezTo>
                    <a:pt x="0" y="969"/>
                    <a:pt x="330" y="1279"/>
                    <a:pt x="640" y="1279"/>
                  </a:cubicBezTo>
                  <a:cubicBezTo>
                    <a:pt x="969" y="1279"/>
                    <a:pt x="1298" y="969"/>
                    <a:pt x="1298" y="640"/>
                  </a:cubicBezTo>
                  <a:cubicBezTo>
                    <a:pt x="1298" y="311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7"/>
            <p:cNvSpPr/>
            <p:nvPr/>
          </p:nvSpPr>
          <p:spPr>
            <a:xfrm rot="-5400000">
              <a:off x="1107055" y="155825"/>
              <a:ext cx="56312" cy="56312"/>
            </a:xfrm>
            <a:custGeom>
              <a:avLst/>
              <a:gdLst/>
              <a:ahLst/>
              <a:cxnLst/>
              <a:rect l="l" t="t" r="r" b="b"/>
              <a:pathLst>
                <a:path w="1299" h="1299" extrusionOk="0">
                  <a:moveTo>
                    <a:pt x="640" y="1"/>
                  </a:moveTo>
                  <a:cubicBezTo>
                    <a:pt x="330" y="1"/>
                    <a:pt x="0" y="330"/>
                    <a:pt x="0" y="640"/>
                  </a:cubicBezTo>
                  <a:cubicBezTo>
                    <a:pt x="0" y="970"/>
                    <a:pt x="330" y="1299"/>
                    <a:pt x="640" y="1299"/>
                  </a:cubicBezTo>
                  <a:cubicBezTo>
                    <a:pt x="969" y="1299"/>
                    <a:pt x="1298" y="970"/>
                    <a:pt x="1298" y="640"/>
                  </a:cubicBezTo>
                  <a:cubicBezTo>
                    <a:pt x="1298" y="330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 rot="-5400000">
              <a:off x="926957" y="157927"/>
              <a:ext cx="56312" cy="52107"/>
            </a:xfrm>
            <a:custGeom>
              <a:avLst/>
              <a:gdLst/>
              <a:ahLst/>
              <a:cxnLst/>
              <a:rect l="l" t="t" r="r" b="b"/>
              <a:pathLst>
                <a:path w="1299" h="1202" extrusionOk="0">
                  <a:moveTo>
                    <a:pt x="640" y="0"/>
                  </a:moveTo>
                  <a:cubicBezTo>
                    <a:pt x="330" y="0"/>
                    <a:pt x="0" y="233"/>
                    <a:pt x="0" y="640"/>
                  </a:cubicBezTo>
                  <a:cubicBezTo>
                    <a:pt x="0" y="969"/>
                    <a:pt x="330" y="1201"/>
                    <a:pt x="640" y="1201"/>
                  </a:cubicBezTo>
                  <a:cubicBezTo>
                    <a:pt x="969" y="1201"/>
                    <a:pt x="1298" y="969"/>
                    <a:pt x="1298" y="640"/>
                  </a:cubicBezTo>
                  <a:cubicBezTo>
                    <a:pt x="1298" y="233"/>
                    <a:pt x="969" y="0"/>
                    <a:pt x="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7"/>
            <p:cNvSpPr/>
            <p:nvPr/>
          </p:nvSpPr>
          <p:spPr>
            <a:xfrm rot="-5400000">
              <a:off x="748507" y="157515"/>
              <a:ext cx="56312" cy="52930"/>
            </a:xfrm>
            <a:custGeom>
              <a:avLst/>
              <a:gdLst/>
              <a:ahLst/>
              <a:cxnLst/>
              <a:rect l="l" t="t" r="r" b="b"/>
              <a:pathLst>
                <a:path w="1299" h="1221" extrusionOk="0">
                  <a:moveTo>
                    <a:pt x="640" y="1"/>
                  </a:moveTo>
                  <a:cubicBezTo>
                    <a:pt x="330" y="1"/>
                    <a:pt x="0" y="252"/>
                    <a:pt x="0" y="562"/>
                  </a:cubicBezTo>
                  <a:cubicBezTo>
                    <a:pt x="0" y="969"/>
                    <a:pt x="330" y="1221"/>
                    <a:pt x="640" y="1221"/>
                  </a:cubicBezTo>
                  <a:cubicBezTo>
                    <a:pt x="969" y="1221"/>
                    <a:pt x="1298" y="969"/>
                    <a:pt x="1298" y="562"/>
                  </a:cubicBezTo>
                  <a:cubicBezTo>
                    <a:pt x="1298" y="252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 rot="-5400000">
              <a:off x="2281844" y="299443"/>
              <a:ext cx="52930" cy="52930"/>
            </a:xfrm>
            <a:custGeom>
              <a:avLst/>
              <a:gdLst/>
              <a:ahLst/>
              <a:cxnLst/>
              <a:rect l="l" t="t" r="r" b="b"/>
              <a:pathLst>
                <a:path w="1221" h="1221" extrusionOk="0">
                  <a:moveTo>
                    <a:pt x="659" y="0"/>
                  </a:moveTo>
                  <a:cubicBezTo>
                    <a:pt x="252" y="0"/>
                    <a:pt x="0" y="252"/>
                    <a:pt x="0" y="640"/>
                  </a:cubicBezTo>
                  <a:cubicBezTo>
                    <a:pt x="0" y="969"/>
                    <a:pt x="252" y="1221"/>
                    <a:pt x="659" y="1221"/>
                  </a:cubicBezTo>
                  <a:cubicBezTo>
                    <a:pt x="969" y="1221"/>
                    <a:pt x="1221" y="969"/>
                    <a:pt x="1221" y="640"/>
                  </a:cubicBezTo>
                  <a:cubicBezTo>
                    <a:pt x="1221" y="252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6" name="Google Shape;346;p7"/>
          <p:cNvSpPr txBox="1">
            <a:spLocks noGrp="1"/>
          </p:cNvSpPr>
          <p:nvPr>
            <p:ph type="title"/>
          </p:nvPr>
        </p:nvSpPr>
        <p:spPr>
          <a:xfrm>
            <a:off x="720010" y="529475"/>
            <a:ext cx="7704000" cy="51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47" name="Google Shape;347;p7"/>
          <p:cNvSpPr txBox="1">
            <a:spLocks noGrp="1"/>
          </p:cNvSpPr>
          <p:nvPr>
            <p:ph type="subTitle" idx="1"/>
          </p:nvPr>
        </p:nvSpPr>
        <p:spPr>
          <a:xfrm>
            <a:off x="720000" y="1789050"/>
            <a:ext cx="4345800" cy="2178300"/>
          </a:xfrm>
          <a:prstGeom prst="rect">
            <a:avLst/>
          </a:prstGeom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Hind Light"/>
              <a:buChar char="●"/>
              <a:defRPr/>
            </a:lvl1pPr>
            <a:lvl2pPr lvl="1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 sz="2100"/>
            </a:lvl9pPr>
          </a:lstStyle>
          <a:p>
            <a:endParaRPr/>
          </a:p>
        </p:txBody>
      </p:sp>
      <p:sp>
        <p:nvSpPr>
          <p:cNvPr id="348" name="Google Shape;348;p7"/>
          <p:cNvSpPr>
            <a:spLocks noGrp="1"/>
          </p:cNvSpPr>
          <p:nvPr>
            <p:ph type="pic" idx="2"/>
          </p:nvPr>
        </p:nvSpPr>
        <p:spPr>
          <a:xfrm>
            <a:off x="5532700" y="1293300"/>
            <a:ext cx="2579100" cy="3169800"/>
          </a:xfrm>
          <a:prstGeom prst="rect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CUSTOM_11_1">
    <p:spTree>
      <p:nvGrpSpPr>
        <p:cNvPr id="1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8" name="Google Shape;1668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993300" y="-1993300"/>
            <a:ext cx="5152625" cy="9139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9" name="Google Shape;1669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993300" y="-1993300"/>
            <a:ext cx="5152625" cy="91392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70" name="Google Shape;1670;p27"/>
          <p:cNvGrpSpPr/>
          <p:nvPr/>
        </p:nvGrpSpPr>
        <p:grpSpPr>
          <a:xfrm>
            <a:off x="7947370" y="-568374"/>
            <a:ext cx="1656312" cy="1660374"/>
            <a:chOff x="2929375" y="236175"/>
            <a:chExt cx="805325" cy="807300"/>
          </a:xfrm>
        </p:grpSpPr>
        <p:sp>
          <p:nvSpPr>
            <p:cNvPr id="1671" name="Google Shape;1671;p27"/>
            <p:cNvSpPr/>
            <p:nvPr/>
          </p:nvSpPr>
          <p:spPr>
            <a:xfrm>
              <a:off x="2986025" y="241975"/>
              <a:ext cx="280400" cy="191800"/>
            </a:xfrm>
            <a:custGeom>
              <a:avLst/>
              <a:gdLst/>
              <a:ahLst/>
              <a:cxnLst/>
              <a:rect l="l" t="t" r="r" b="b"/>
              <a:pathLst>
                <a:path w="11216" h="7672" extrusionOk="0">
                  <a:moveTo>
                    <a:pt x="11216" y="1"/>
                  </a:moveTo>
                  <a:cubicBezTo>
                    <a:pt x="10964" y="1"/>
                    <a:pt x="10809" y="98"/>
                    <a:pt x="10577" y="98"/>
                  </a:cubicBezTo>
                  <a:lnTo>
                    <a:pt x="310" y="7110"/>
                  </a:lnTo>
                  <a:cubicBezTo>
                    <a:pt x="233" y="7265"/>
                    <a:pt x="155" y="7439"/>
                    <a:pt x="0" y="7672"/>
                  </a:cubicBezTo>
                  <a:lnTo>
                    <a:pt x="1121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27"/>
            <p:cNvSpPr/>
            <p:nvPr/>
          </p:nvSpPr>
          <p:spPr>
            <a:xfrm>
              <a:off x="2951650" y="236175"/>
              <a:ext cx="395650" cy="270250"/>
            </a:xfrm>
            <a:custGeom>
              <a:avLst/>
              <a:gdLst/>
              <a:ahLst/>
              <a:cxnLst/>
              <a:rect l="l" t="t" r="r" b="b"/>
              <a:pathLst>
                <a:path w="15826" h="10810" extrusionOk="0">
                  <a:moveTo>
                    <a:pt x="15341" y="1"/>
                  </a:moveTo>
                  <a:lnTo>
                    <a:pt x="155" y="10402"/>
                  </a:lnTo>
                  <a:cubicBezTo>
                    <a:pt x="155" y="10499"/>
                    <a:pt x="78" y="10654"/>
                    <a:pt x="0" y="10809"/>
                  </a:cubicBezTo>
                  <a:lnTo>
                    <a:pt x="158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27"/>
            <p:cNvSpPr/>
            <p:nvPr/>
          </p:nvSpPr>
          <p:spPr>
            <a:xfrm>
              <a:off x="2935650" y="241975"/>
              <a:ext cx="472175" cy="324975"/>
            </a:xfrm>
            <a:custGeom>
              <a:avLst/>
              <a:gdLst/>
              <a:ahLst/>
              <a:cxnLst/>
              <a:rect l="l" t="t" r="r" b="b"/>
              <a:pathLst>
                <a:path w="18887" h="12999" extrusionOk="0">
                  <a:moveTo>
                    <a:pt x="18558" y="1"/>
                  </a:moveTo>
                  <a:lnTo>
                    <a:pt x="78" y="12689"/>
                  </a:lnTo>
                  <a:cubicBezTo>
                    <a:pt x="78" y="12766"/>
                    <a:pt x="78" y="12844"/>
                    <a:pt x="1" y="12999"/>
                  </a:cubicBezTo>
                  <a:lnTo>
                    <a:pt x="18887" y="98"/>
                  </a:lnTo>
                  <a:cubicBezTo>
                    <a:pt x="18790" y="1"/>
                    <a:pt x="18713" y="1"/>
                    <a:pt x="1855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27"/>
            <p:cNvSpPr/>
            <p:nvPr/>
          </p:nvSpPr>
          <p:spPr>
            <a:xfrm>
              <a:off x="2929375" y="254100"/>
              <a:ext cx="530750" cy="367575"/>
            </a:xfrm>
            <a:custGeom>
              <a:avLst/>
              <a:gdLst/>
              <a:ahLst/>
              <a:cxnLst/>
              <a:rect l="l" t="t" r="r" b="b"/>
              <a:pathLst>
                <a:path w="21230" h="14703" extrusionOk="0">
                  <a:moveTo>
                    <a:pt x="20978" y="0"/>
                  </a:moveTo>
                  <a:lnTo>
                    <a:pt x="77" y="14373"/>
                  </a:lnTo>
                  <a:cubicBezTo>
                    <a:pt x="77" y="14451"/>
                    <a:pt x="0" y="14528"/>
                    <a:pt x="0" y="14702"/>
                  </a:cubicBezTo>
                  <a:lnTo>
                    <a:pt x="21230" y="97"/>
                  </a:lnTo>
                  <a:cubicBezTo>
                    <a:pt x="21152" y="97"/>
                    <a:pt x="21075" y="97"/>
                    <a:pt x="209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27"/>
            <p:cNvSpPr/>
            <p:nvPr/>
          </p:nvSpPr>
          <p:spPr>
            <a:xfrm>
              <a:off x="2929375" y="272500"/>
              <a:ext cx="577250" cy="397600"/>
            </a:xfrm>
            <a:custGeom>
              <a:avLst/>
              <a:gdLst/>
              <a:ahLst/>
              <a:cxnLst/>
              <a:rect l="l" t="t" r="r" b="b"/>
              <a:pathLst>
                <a:path w="23090" h="15904" extrusionOk="0">
                  <a:moveTo>
                    <a:pt x="22838" y="0"/>
                  </a:moveTo>
                  <a:lnTo>
                    <a:pt x="0" y="15574"/>
                  </a:lnTo>
                  <a:cubicBezTo>
                    <a:pt x="77" y="15729"/>
                    <a:pt x="77" y="15826"/>
                    <a:pt x="77" y="15903"/>
                  </a:cubicBezTo>
                  <a:lnTo>
                    <a:pt x="23089" y="155"/>
                  </a:lnTo>
                  <a:cubicBezTo>
                    <a:pt x="23012" y="78"/>
                    <a:pt x="22915" y="78"/>
                    <a:pt x="228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27"/>
            <p:cNvSpPr/>
            <p:nvPr/>
          </p:nvSpPr>
          <p:spPr>
            <a:xfrm>
              <a:off x="2935650" y="294775"/>
              <a:ext cx="611175" cy="421825"/>
            </a:xfrm>
            <a:custGeom>
              <a:avLst/>
              <a:gdLst/>
              <a:ahLst/>
              <a:cxnLst/>
              <a:rect l="l" t="t" r="r" b="b"/>
              <a:pathLst>
                <a:path w="24447" h="16873" extrusionOk="0">
                  <a:moveTo>
                    <a:pt x="24214" y="0"/>
                  </a:moveTo>
                  <a:lnTo>
                    <a:pt x="1" y="16543"/>
                  </a:lnTo>
                  <a:cubicBezTo>
                    <a:pt x="1" y="16620"/>
                    <a:pt x="1" y="16698"/>
                    <a:pt x="78" y="16872"/>
                  </a:cubicBezTo>
                  <a:lnTo>
                    <a:pt x="24446" y="155"/>
                  </a:lnTo>
                  <a:cubicBezTo>
                    <a:pt x="24369" y="78"/>
                    <a:pt x="24291" y="0"/>
                    <a:pt x="2421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27"/>
            <p:cNvSpPr/>
            <p:nvPr/>
          </p:nvSpPr>
          <p:spPr>
            <a:xfrm>
              <a:off x="2945350" y="318975"/>
              <a:ext cx="637775" cy="439750"/>
            </a:xfrm>
            <a:custGeom>
              <a:avLst/>
              <a:gdLst/>
              <a:ahLst/>
              <a:cxnLst/>
              <a:rect l="l" t="t" r="r" b="b"/>
              <a:pathLst>
                <a:path w="25511" h="17590" extrusionOk="0">
                  <a:moveTo>
                    <a:pt x="25279" y="1"/>
                  </a:moveTo>
                  <a:lnTo>
                    <a:pt x="0" y="17357"/>
                  </a:lnTo>
                  <a:cubicBezTo>
                    <a:pt x="0" y="17434"/>
                    <a:pt x="97" y="17512"/>
                    <a:pt x="97" y="17589"/>
                  </a:cubicBezTo>
                  <a:lnTo>
                    <a:pt x="25511" y="156"/>
                  </a:lnTo>
                  <a:cubicBezTo>
                    <a:pt x="25434" y="78"/>
                    <a:pt x="25356" y="78"/>
                    <a:pt x="2527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27"/>
            <p:cNvSpPr/>
            <p:nvPr/>
          </p:nvSpPr>
          <p:spPr>
            <a:xfrm>
              <a:off x="2959875" y="347075"/>
              <a:ext cx="655700" cy="449900"/>
            </a:xfrm>
            <a:custGeom>
              <a:avLst/>
              <a:gdLst/>
              <a:ahLst/>
              <a:cxnLst/>
              <a:rect l="l" t="t" r="r" b="b"/>
              <a:pathLst>
                <a:path w="26228" h="17996" extrusionOk="0">
                  <a:moveTo>
                    <a:pt x="25976" y="0"/>
                  </a:moveTo>
                  <a:lnTo>
                    <a:pt x="0" y="17763"/>
                  </a:lnTo>
                  <a:cubicBezTo>
                    <a:pt x="0" y="17841"/>
                    <a:pt x="78" y="17918"/>
                    <a:pt x="78" y="17996"/>
                  </a:cubicBezTo>
                  <a:lnTo>
                    <a:pt x="26228" y="155"/>
                  </a:lnTo>
                  <a:cubicBezTo>
                    <a:pt x="26150" y="78"/>
                    <a:pt x="26053" y="0"/>
                    <a:pt x="259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27"/>
            <p:cNvSpPr/>
            <p:nvPr/>
          </p:nvSpPr>
          <p:spPr>
            <a:xfrm>
              <a:off x="2977800" y="377575"/>
              <a:ext cx="663925" cy="457650"/>
            </a:xfrm>
            <a:custGeom>
              <a:avLst/>
              <a:gdLst/>
              <a:ahLst/>
              <a:cxnLst/>
              <a:rect l="l" t="t" r="r" b="b"/>
              <a:pathLst>
                <a:path w="26557" h="18306" extrusionOk="0">
                  <a:moveTo>
                    <a:pt x="26402" y="1"/>
                  </a:moveTo>
                  <a:lnTo>
                    <a:pt x="0" y="18073"/>
                  </a:lnTo>
                  <a:cubicBezTo>
                    <a:pt x="0" y="18151"/>
                    <a:pt x="78" y="18228"/>
                    <a:pt x="78" y="18306"/>
                  </a:cubicBezTo>
                  <a:lnTo>
                    <a:pt x="26557" y="156"/>
                  </a:lnTo>
                  <a:cubicBezTo>
                    <a:pt x="26557" y="78"/>
                    <a:pt x="26479" y="1"/>
                    <a:pt x="264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27"/>
            <p:cNvSpPr/>
            <p:nvPr/>
          </p:nvSpPr>
          <p:spPr>
            <a:xfrm>
              <a:off x="2998125" y="409550"/>
              <a:ext cx="669750" cy="460075"/>
            </a:xfrm>
            <a:custGeom>
              <a:avLst/>
              <a:gdLst/>
              <a:ahLst/>
              <a:cxnLst/>
              <a:rect l="l" t="t" r="r" b="b"/>
              <a:pathLst>
                <a:path w="26790" h="18403" extrusionOk="0">
                  <a:moveTo>
                    <a:pt x="26635" y="0"/>
                  </a:moveTo>
                  <a:lnTo>
                    <a:pt x="1" y="18170"/>
                  </a:lnTo>
                  <a:cubicBezTo>
                    <a:pt x="78" y="18247"/>
                    <a:pt x="78" y="18247"/>
                    <a:pt x="78" y="18325"/>
                  </a:cubicBezTo>
                  <a:lnTo>
                    <a:pt x="156" y="18402"/>
                  </a:lnTo>
                  <a:lnTo>
                    <a:pt x="26790" y="174"/>
                  </a:lnTo>
                  <a:cubicBezTo>
                    <a:pt x="26712" y="174"/>
                    <a:pt x="26712" y="78"/>
                    <a:pt x="26712" y="78"/>
                  </a:cubicBezTo>
                  <a:lnTo>
                    <a:pt x="2663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27"/>
            <p:cNvSpPr/>
            <p:nvPr/>
          </p:nvSpPr>
          <p:spPr>
            <a:xfrm>
              <a:off x="3022350" y="443925"/>
              <a:ext cx="665875" cy="458125"/>
            </a:xfrm>
            <a:custGeom>
              <a:avLst/>
              <a:gdLst/>
              <a:ahLst/>
              <a:cxnLst/>
              <a:rect l="l" t="t" r="r" b="b"/>
              <a:pathLst>
                <a:path w="26635" h="18325" extrusionOk="0">
                  <a:moveTo>
                    <a:pt x="26557" y="0"/>
                  </a:moveTo>
                  <a:lnTo>
                    <a:pt x="0" y="18170"/>
                  </a:lnTo>
                  <a:cubicBezTo>
                    <a:pt x="78" y="18247"/>
                    <a:pt x="155" y="18247"/>
                    <a:pt x="155" y="18325"/>
                  </a:cubicBezTo>
                  <a:lnTo>
                    <a:pt x="26634" y="252"/>
                  </a:lnTo>
                  <a:cubicBezTo>
                    <a:pt x="26634" y="155"/>
                    <a:pt x="26557" y="78"/>
                    <a:pt x="265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27"/>
            <p:cNvSpPr/>
            <p:nvPr/>
          </p:nvSpPr>
          <p:spPr>
            <a:xfrm>
              <a:off x="3050425" y="480250"/>
              <a:ext cx="655725" cy="451825"/>
            </a:xfrm>
            <a:custGeom>
              <a:avLst/>
              <a:gdLst/>
              <a:ahLst/>
              <a:cxnLst/>
              <a:rect l="l" t="t" r="r" b="b"/>
              <a:pathLst>
                <a:path w="26229" h="18073" extrusionOk="0">
                  <a:moveTo>
                    <a:pt x="26151" y="0"/>
                  </a:moveTo>
                  <a:lnTo>
                    <a:pt x="1" y="17918"/>
                  </a:lnTo>
                  <a:cubicBezTo>
                    <a:pt x="78" y="17995"/>
                    <a:pt x="156" y="17995"/>
                    <a:pt x="252" y="18073"/>
                  </a:cubicBezTo>
                  <a:lnTo>
                    <a:pt x="26228" y="252"/>
                  </a:lnTo>
                  <a:cubicBezTo>
                    <a:pt x="26228" y="155"/>
                    <a:pt x="26151" y="78"/>
                    <a:pt x="261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27"/>
            <p:cNvSpPr/>
            <p:nvPr/>
          </p:nvSpPr>
          <p:spPr>
            <a:xfrm>
              <a:off x="3082875" y="520425"/>
              <a:ext cx="637300" cy="440225"/>
            </a:xfrm>
            <a:custGeom>
              <a:avLst/>
              <a:gdLst/>
              <a:ahLst/>
              <a:cxnLst/>
              <a:rect l="l" t="t" r="r" b="b"/>
              <a:pathLst>
                <a:path w="25492" h="17609" extrusionOk="0">
                  <a:moveTo>
                    <a:pt x="25414" y="1"/>
                  </a:moveTo>
                  <a:lnTo>
                    <a:pt x="0" y="17434"/>
                  </a:lnTo>
                  <a:cubicBezTo>
                    <a:pt x="78" y="17434"/>
                    <a:pt x="155" y="17531"/>
                    <a:pt x="233" y="17609"/>
                  </a:cubicBezTo>
                  <a:lnTo>
                    <a:pt x="25492" y="253"/>
                  </a:lnTo>
                  <a:cubicBezTo>
                    <a:pt x="25492" y="175"/>
                    <a:pt x="25414" y="98"/>
                    <a:pt x="2541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27"/>
            <p:cNvSpPr/>
            <p:nvPr/>
          </p:nvSpPr>
          <p:spPr>
            <a:xfrm>
              <a:off x="3119200" y="563050"/>
              <a:ext cx="611150" cy="421825"/>
            </a:xfrm>
            <a:custGeom>
              <a:avLst/>
              <a:gdLst/>
              <a:ahLst/>
              <a:cxnLst/>
              <a:rect l="l" t="t" r="r" b="b"/>
              <a:pathLst>
                <a:path w="24446" h="16873" extrusionOk="0">
                  <a:moveTo>
                    <a:pt x="24368" y="1"/>
                  </a:moveTo>
                  <a:lnTo>
                    <a:pt x="0" y="16698"/>
                  </a:lnTo>
                  <a:cubicBezTo>
                    <a:pt x="78" y="16795"/>
                    <a:pt x="155" y="16795"/>
                    <a:pt x="233" y="16872"/>
                  </a:cubicBezTo>
                  <a:lnTo>
                    <a:pt x="24446" y="233"/>
                  </a:lnTo>
                  <a:cubicBezTo>
                    <a:pt x="24446" y="156"/>
                    <a:pt x="24368" y="78"/>
                    <a:pt x="243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27"/>
            <p:cNvSpPr/>
            <p:nvPr/>
          </p:nvSpPr>
          <p:spPr>
            <a:xfrm>
              <a:off x="3159375" y="609550"/>
              <a:ext cx="575325" cy="397600"/>
            </a:xfrm>
            <a:custGeom>
              <a:avLst/>
              <a:gdLst/>
              <a:ahLst/>
              <a:cxnLst/>
              <a:rect l="l" t="t" r="r" b="b"/>
              <a:pathLst>
                <a:path w="23013" h="15904" extrusionOk="0">
                  <a:moveTo>
                    <a:pt x="23013" y="0"/>
                  </a:moveTo>
                  <a:lnTo>
                    <a:pt x="1" y="15729"/>
                  </a:lnTo>
                  <a:cubicBezTo>
                    <a:pt x="78" y="15806"/>
                    <a:pt x="156" y="15806"/>
                    <a:pt x="253" y="15903"/>
                  </a:cubicBezTo>
                  <a:lnTo>
                    <a:pt x="23013" y="233"/>
                  </a:lnTo>
                  <a:lnTo>
                    <a:pt x="2301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27"/>
            <p:cNvSpPr/>
            <p:nvPr/>
          </p:nvSpPr>
          <p:spPr>
            <a:xfrm>
              <a:off x="3203925" y="657975"/>
              <a:ext cx="530775" cy="365150"/>
            </a:xfrm>
            <a:custGeom>
              <a:avLst/>
              <a:gdLst/>
              <a:ahLst/>
              <a:cxnLst/>
              <a:rect l="l" t="t" r="r" b="b"/>
              <a:pathLst>
                <a:path w="21231" h="14606" extrusionOk="0">
                  <a:moveTo>
                    <a:pt x="21231" y="0"/>
                  </a:moveTo>
                  <a:lnTo>
                    <a:pt x="1" y="14528"/>
                  </a:lnTo>
                  <a:cubicBezTo>
                    <a:pt x="156" y="14606"/>
                    <a:pt x="233" y="14606"/>
                    <a:pt x="311" y="14606"/>
                  </a:cubicBezTo>
                  <a:lnTo>
                    <a:pt x="21231" y="310"/>
                  </a:lnTo>
                  <a:lnTo>
                    <a:pt x="2123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27"/>
            <p:cNvSpPr/>
            <p:nvPr/>
          </p:nvSpPr>
          <p:spPr>
            <a:xfrm>
              <a:off x="3256225" y="712200"/>
              <a:ext cx="472200" cy="324975"/>
            </a:xfrm>
            <a:custGeom>
              <a:avLst/>
              <a:gdLst/>
              <a:ahLst/>
              <a:cxnLst/>
              <a:rect l="l" t="t" r="r" b="b"/>
              <a:pathLst>
                <a:path w="18888" h="12999" extrusionOk="0">
                  <a:moveTo>
                    <a:pt x="18887" y="1"/>
                  </a:moveTo>
                  <a:lnTo>
                    <a:pt x="1" y="12921"/>
                  </a:lnTo>
                  <a:cubicBezTo>
                    <a:pt x="156" y="12921"/>
                    <a:pt x="253" y="12998"/>
                    <a:pt x="408" y="12998"/>
                  </a:cubicBezTo>
                  <a:lnTo>
                    <a:pt x="18887" y="330"/>
                  </a:lnTo>
                  <a:lnTo>
                    <a:pt x="1888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27"/>
            <p:cNvSpPr/>
            <p:nvPr/>
          </p:nvSpPr>
          <p:spPr>
            <a:xfrm>
              <a:off x="3318700" y="772750"/>
              <a:ext cx="393725" cy="270725"/>
            </a:xfrm>
            <a:custGeom>
              <a:avLst/>
              <a:gdLst/>
              <a:ahLst/>
              <a:cxnLst/>
              <a:rect l="l" t="t" r="r" b="b"/>
              <a:pathLst>
                <a:path w="15749" h="10829" extrusionOk="0">
                  <a:moveTo>
                    <a:pt x="15749" y="0"/>
                  </a:moveTo>
                  <a:lnTo>
                    <a:pt x="1" y="10828"/>
                  </a:lnTo>
                  <a:lnTo>
                    <a:pt x="485" y="10828"/>
                  </a:lnTo>
                  <a:lnTo>
                    <a:pt x="15671" y="407"/>
                  </a:lnTo>
                  <a:cubicBezTo>
                    <a:pt x="15671" y="252"/>
                    <a:pt x="15749" y="174"/>
                    <a:pt x="157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27"/>
            <p:cNvSpPr/>
            <p:nvPr/>
          </p:nvSpPr>
          <p:spPr>
            <a:xfrm>
              <a:off x="3399575" y="845375"/>
              <a:ext cx="280425" cy="191800"/>
            </a:xfrm>
            <a:custGeom>
              <a:avLst/>
              <a:gdLst/>
              <a:ahLst/>
              <a:cxnLst/>
              <a:rect l="l" t="t" r="r" b="b"/>
              <a:pathLst>
                <a:path w="11217" h="7672" extrusionOk="0">
                  <a:moveTo>
                    <a:pt x="11216" y="1"/>
                  </a:moveTo>
                  <a:lnTo>
                    <a:pt x="1" y="7671"/>
                  </a:lnTo>
                  <a:cubicBezTo>
                    <a:pt x="233" y="7594"/>
                    <a:pt x="407" y="7594"/>
                    <a:pt x="562" y="7594"/>
                  </a:cubicBezTo>
                  <a:lnTo>
                    <a:pt x="10887" y="485"/>
                  </a:lnTo>
                  <a:cubicBezTo>
                    <a:pt x="10984" y="330"/>
                    <a:pt x="11061" y="175"/>
                    <a:pt x="1121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90" name="Google Shape;1690;p27"/>
          <p:cNvGrpSpPr/>
          <p:nvPr/>
        </p:nvGrpSpPr>
        <p:grpSpPr>
          <a:xfrm>
            <a:off x="-401736" y="390950"/>
            <a:ext cx="925310" cy="943383"/>
            <a:chOff x="595389" y="1761100"/>
            <a:chExt cx="925310" cy="943383"/>
          </a:xfrm>
        </p:grpSpPr>
        <p:cxnSp>
          <p:nvCxnSpPr>
            <p:cNvPr id="1691" name="Google Shape;1691;p27"/>
            <p:cNvCxnSpPr/>
            <p:nvPr/>
          </p:nvCxnSpPr>
          <p:spPr>
            <a:xfrm>
              <a:off x="790199" y="2065118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2" name="Google Shape;1692;p27"/>
            <p:cNvCxnSpPr/>
            <p:nvPr/>
          </p:nvCxnSpPr>
          <p:spPr>
            <a:xfrm>
              <a:off x="595389" y="2117083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3" name="Google Shape;1693;p27"/>
            <p:cNvCxnSpPr/>
            <p:nvPr/>
          </p:nvCxnSpPr>
          <p:spPr>
            <a:xfrm>
              <a:off x="656919" y="1761100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694" name="Google Shape;1694;p27"/>
          <p:cNvGrpSpPr/>
          <p:nvPr/>
        </p:nvGrpSpPr>
        <p:grpSpPr>
          <a:xfrm>
            <a:off x="8568314" y="3963425"/>
            <a:ext cx="925310" cy="943383"/>
            <a:chOff x="595389" y="1761100"/>
            <a:chExt cx="925310" cy="943383"/>
          </a:xfrm>
        </p:grpSpPr>
        <p:cxnSp>
          <p:nvCxnSpPr>
            <p:cNvPr id="1695" name="Google Shape;1695;p27"/>
            <p:cNvCxnSpPr/>
            <p:nvPr/>
          </p:nvCxnSpPr>
          <p:spPr>
            <a:xfrm>
              <a:off x="790199" y="2065118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6" name="Google Shape;1696;p27"/>
            <p:cNvCxnSpPr/>
            <p:nvPr/>
          </p:nvCxnSpPr>
          <p:spPr>
            <a:xfrm>
              <a:off x="595389" y="2117083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7" name="Google Shape;1697;p27"/>
            <p:cNvCxnSpPr/>
            <p:nvPr/>
          </p:nvCxnSpPr>
          <p:spPr>
            <a:xfrm>
              <a:off x="656919" y="1761100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698" name="Google Shape;1698;p2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99" name="Google Shape;1699;p27"/>
          <p:cNvSpPr txBox="1">
            <a:spLocks noGrp="1"/>
          </p:cNvSpPr>
          <p:nvPr>
            <p:ph type="subTitle" idx="1"/>
          </p:nvPr>
        </p:nvSpPr>
        <p:spPr>
          <a:xfrm>
            <a:off x="1206900" y="1798775"/>
            <a:ext cx="3250500" cy="189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700" name="Google Shape;1700;p27"/>
          <p:cNvSpPr txBox="1">
            <a:spLocks noGrp="1"/>
          </p:cNvSpPr>
          <p:nvPr>
            <p:ph type="subTitle" idx="2"/>
          </p:nvPr>
        </p:nvSpPr>
        <p:spPr>
          <a:xfrm>
            <a:off x="4686601" y="1798775"/>
            <a:ext cx="3250500" cy="189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2">
    <p:bg>
      <p:bgPr>
        <a:gradFill>
          <a:gsLst>
            <a:gs pos="0">
              <a:schemeClr val="lt2"/>
            </a:gs>
            <a:gs pos="11000">
              <a:schemeClr val="lt2"/>
            </a:gs>
            <a:gs pos="49000">
              <a:schemeClr val="accent2"/>
            </a:gs>
            <a:gs pos="75000">
              <a:schemeClr val="lt2"/>
            </a:gs>
            <a:gs pos="100000">
              <a:schemeClr val="accent1"/>
            </a:gs>
          </a:gsLst>
          <a:lin ang="8099331" scaled="0"/>
        </a:gradFill>
        <a:effectLst/>
      </p:bgPr>
    </p:bg>
    <p:spTree>
      <p:nvGrpSpPr>
        <p:cNvPr id="1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0" name="Google Shape;2120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993300" y="-1993300"/>
            <a:ext cx="5152625" cy="91392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21" name="Google Shape;2121;p34"/>
          <p:cNvGrpSpPr/>
          <p:nvPr/>
        </p:nvGrpSpPr>
        <p:grpSpPr>
          <a:xfrm>
            <a:off x="-943205" y="4190838"/>
            <a:ext cx="1656312" cy="1660374"/>
            <a:chOff x="2929375" y="236175"/>
            <a:chExt cx="805325" cy="807300"/>
          </a:xfrm>
        </p:grpSpPr>
        <p:sp>
          <p:nvSpPr>
            <p:cNvPr id="2122" name="Google Shape;2122;p34"/>
            <p:cNvSpPr/>
            <p:nvPr/>
          </p:nvSpPr>
          <p:spPr>
            <a:xfrm>
              <a:off x="2986025" y="241975"/>
              <a:ext cx="280400" cy="191800"/>
            </a:xfrm>
            <a:custGeom>
              <a:avLst/>
              <a:gdLst/>
              <a:ahLst/>
              <a:cxnLst/>
              <a:rect l="l" t="t" r="r" b="b"/>
              <a:pathLst>
                <a:path w="11216" h="7672" extrusionOk="0">
                  <a:moveTo>
                    <a:pt x="11216" y="1"/>
                  </a:moveTo>
                  <a:cubicBezTo>
                    <a:pt x="10964" y="1"/>
                    <a:pt x="10809" y="98"/>
                    <a:pt x="10577" y="98"/>
                  </a:cubicBezTo>
                  <a:lnTo>
                    <a:pt x="310" y="7110"/>
                  </a:lnTo>
                  <a:cubicBezTo>
                    <a:pt x="233" y="7265"/>
                    <a:pt x="155" y="7439"/>
                    <a:pt x="0" y="7672"/>
                  </a:cubicBezTo>
                  <a:lnTo>
                    <a:pt x="1121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34"/>
            <p:cNvSpPr/>
            <p:nvPr/>
          </p:nvSpPr>
          <p:spPr>
            <a:xfrm>
              <a:off x="2951650" y="236175"/>
              <a:ext cx="395650" cy="270250"/>
            </a:xfrm>
            <a:custGeom>
              <a:avLst/>
              <a:gdLst/>
              <a:ahLst/>
              <a:cxnLst/>
              <a:rect l="l" t="t" r="r" b="b"/>
              <a:pathLst>
                <a:path w="15826" h="10810" extrusionOk="0">
                  <a:moveTo>
                    <a:pt x="15341" y="1"/>
                  </a:moveTo>
                  <a:lnTo>
                    <a:pt x="155" y="10402"/>
                  </a:lnTo>
                  <a:cubicBezTo>
                    <a:pt x="155" y="10499"/>
                    <a:pt x="78" y="10654"/>
                    <a:pt x="0" y="10809"/>
                  </a:cubicBezTo>
                  <a:lnTo>
                    <a:pt x="158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34"/>
            <p:cNvSpPr/>
            <p:nvPr/>
          </p:nvSpPr>
          <p:spPr>
            <a:xfrm>
              <a:off x="2935650" y="241975"/>
              <a:ext cx="472175" cy="324975"/>
            </a:xfrm>
            <a:custGeom>
              <a:avLst/>
              <a:gdLst/>
              <a:ahLst/>
              <a:cxnLst/>
              <a:rect l="l" t="t" r="r" b="b"/>
              <a:pathLst>
                <a:path w="18887" h="12999" extrusionOk="0">
                  <a:moveTo>
                    <a:pt x="18558" y="1"/>
                  </a:moveTo>
                  <a:lnTo>
                    <a:pt x="78" y="12689"/>
                  </a:lnTo>
                  <a:cubicBezTo>
                    <a:pt x="78" y="12766"/>
                    <a:pt x="78" y="12844"/>
                    <a:pt x="1" y="12999"/>
                  </a:cubicBezTo>
                  <a:lnTo>
                    <a:pt x="18887" y="98"/>
                  </a:lnTo>
                  <a:cubicBezTo>
                    <a:pt x="18790" y="1"/>
                    <a:pt x="18713" y="1"/>
                    <a:pt x="1855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34"/>
            <p:cNvSpPr/>
            <p:nvPr/>
          </p:nvSpPr>
          <p:spPr>
            <a:xfrm>
              <a:off x="2929375" y="254100"/>
              <a:ext cx="530750" cy="367575"/>
            </a:xfrm>
            <a:custGeom>
              <a:avLst/>
              <a:gdLst/>
              <a:ahLst/>
              <a:cxnLst/>
              <a:rect l="l" t="t" r="r" b="b"/>
              <a:pathLst>
                <a:path w="21230" h="14703" extrusionOk="0">
                  <a:moveTo>
                    <a:pt x="20978" y="0"/>
                  </a:moveTo>
                  <a:lnTo>
                    <a:pt x="77" y="14373"/>
                  </a:lnTo>
                  <a:cubicBezTo>
                    <a:pt x="77" y="14451"/>
                    <a:pt x="0" y="14528"/>
                    <a:pt x="0" y="14702"/>
                  </a:cubicBezTo>
                  <a:lnTo>
                    <a:pt x="21230" y="97"/>
                  </a:lnTo>
                  <a:cubicBezTo>
                    <a:pt x="21152" y="97"/>
                    <a:pt x="21075" y="97"/>
                    <a:pt x="209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34"/>
            <p:cNvSpPr/>
            <p:nvPr/>
          </p:nvSpPr>
          <p:spPr>
            <a:xfrm>
              <a:off x="2929375" y="272500"/>
              <a:ext cx="577250" cy="397600"/>
            </a:xfrm>
            <a:custGeom>
              <a:avLst/>
              <a:gdLst/>
              <a:ahLst/>
              <a:cxnLst/>
              <a:rect l="l" t="t" r="r" b="b"/>
              <a:pathLst>
                <a:path w="23090" h="15904" extrusionOk="0">
                  <a:moveTo>
                    <a:pt x="22838" y="0"/>
                  </a:moveTo>
                  <a:lnTo>
                    <a:pt x="0" y="15574"/>
                  </a:lnTo>
                  <a:cubicBezTo>
                    <a:pt x="77" y="15729"/>
                    <a:pt x="77" y="15826"/>
                    <a:pt x="77" y="15903"/>
                  </a:cubicBezTo>
                  <a:lnTo>
                    <a:pt x="23089" y="155"/>
                  </a:lnTo>
                  <a:cubicBezTo>
                    <a:pt x="23012" y="78"/>
                    <a:pt x="22915" y="78"/>
                    <a:pt x="228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34"/>
            <p:cNvSpPr/>
            <p:nvPr/>
          </p:nvSpPr>
          <p:spPr>
            <a:xfrm>
              <a:off x="2935650" y="294775"/>
              <a:ext cx="611175" cy="421825"/>
            </a:xfrm>
            <a:custGeom>
              <a:avLst/>
              <a:gdLst/>
              <a:ahLst/>
              <a:cxnLst/>
              <a:rect l="l" t="t" r="r" b="b"/>
              <a:pathLst>
                <a:path w="24447" h="16873" extrusionOk="0">
                  <a:moveTo>
                    <a:pt x="24214" y="0"/>
                  </a:moveTo>
                  <a:lnTo>
                    <a:pt x="1" y="16543"/>
                  </a:lnTo>
                  <a:cubicBezTo>
                    <a:pt x="1" y="16620"/>
                    <a:pt x="1" y="16698"/>
                    <a:pt x="78" y="16872"/>
                  </a:cubicBezTo>
                  <a:lnTo>
                    <a:pt x="24446" y="155"/>
                  </a:lnTo>
                  <a:cubicBezTo>
                    <a:pt x="24369" y="78"/>
                    <a:pt x="24291" y="0"/>
                    <a:pt x="2421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34"/>
            <p:cNvSpPr/>
            <p:nvPr/>
          </p:nvSpPr>
          <p:spPr>
            <a:xfrm>
              <a:off x="2945350" y="318975"/>
              <a:ext cx="637775" cy="439750"/>
            </a:xfrm>
            <a:custGeom>
              <a:avLst/>
              <a:gdLst/>
              <a:ahLst/>
              <a:cxnLst/>
              <a:rect l="l" t="t" r="r" b="b"/>
              <a:pathLst>
                <a:path w="25511" h="17590" extrusionOk="0">
                  <a:moveTo>
                    <a:pt x="25279" y="1"/>
                  </a:moveTo>
                  <a:lnTo>
                    <a:pt x="0" y="17357"/>
                  </a:lnTo>
                  <a:cubicBezTo>
                    <a:pt x="0" y="17434"/>
                    <a:pt x="97" y="17512"/>
                    <a:pt x="97" y="17589"/>
                  </a:cubicBezTo>
                  <a:lnTo>
                    <a:pt x="25511" y="156"/>
                  </a:lnTo>
                  <a:cubicBezTo>
                    <a:pt x="25434" y="78"/>
                    <a:pt x="25356" y="78"/>
                    <a:pt x="2527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34"/>
            <p:cNvSpPr/>
            <p:nvPr/>
          </p:nvSpPr>
          <p:spPr>
            <a:xfrm>
              <a:off x="2959875" y="347075"/>
              <a:ext cx="655700" cy="449900"/>
            </a:xfrm>
            <a:custGeom>
              <a:avLst/>
              <a:gdLst/>
              <a:ahLst/>
              <a:cxnLst/>
              <a:rect l="l" t="t" r="r" b="b"/>
              <a:pathLst>
                <a:path w="26228" h="17996" extrusionOk="0">
                  <a:moveTo>
                    <a:pt x="25976" y="0"/>
                  </a:moveTo>
                  <a:lnTo>
                    <a:pt x="0" y="17763"/>
                  </a:lnTo>
                  <a:cubicBezTo>
                    <a:pt x="0" y="17841"/>
                    <a:pt x="78" y="17918"/>
                    <a:pt x="78" y="17996"/>
                  </a:cubicBezTo>
                  <a:lnTo>
                    <a:pt x="26228" y="155"/>
                  </a:lnTo>
                  <a:cubicBezTo>
                    <a:pt x="26150" y="78"/>
                    <a:pt x="26053" y="0"/>
                    <a:pt x="259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34"/>
            <p:cNvSpPr/>
            <p:nvPr/>
          </p:nvSpPr>
          <p:spPr>
            <a:xfrm>
              <a:off x="2977800" y="377575"/>
              <a:ext cx="663925" cy="457650"/>
            </a:xfrm>
            <a:custGeom>
              <a:avLst/>
              <a:gdLst/>
              <a:ahLst/>
              <a:cxnLst/>
              <a:rect l="l" t="t" r="r" b="b"/>
              <a:pathLst>
                <a:path w="26557" h="18306" extrusionOk="0">
                  <a:moveTo>
                    <a:pt x="26402" y="1"/>
                  </a:moveTo>
                  <a:lnTo>
                    <a:pt x="0" y="18073"/>
                  </a:lnTo>
                  <a:cubicBezTo>
                    <a:pt x="0" y="18151"/>
                    <a:pt x="78" y="18228"/>
                    <a:pt x="78" y="18306"/>
                  </a:cubicBezTo>
                  <a:lnTo>
                    <a:pt x="26557" y="156"/>
                  </a:lnTo>
                  <a:cubicBezTo>
                    <a:pt x="26557" y="78"/>
                    <a:pt x="26479" y="1"/>
                    <a:pt x="264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34"/>
            <p:cNvSpPr/>
            <p:nvPr/>
          </p:nvSpPr>
          <p:spPr>
            <a:xfrm>
              <a:off x="2998125" y="409550"/>
              <a:ext cx="669750" cy="460075"/>
            </a:xfrm>
            <a:custGeom>
              <a:avLst/>
              <a:gdLst/>
              <a:ahLst/>
              <a:cxnLst/>
              <a:rect l="l" t="t" r="r" b="b"/>
              <a:pathLst>
                <a:path w="26790" h="18403" extrusionOk="0">
                  <a:moveTo>
                    <a:pt x="26635" y="0"/>
                  </a:moveTo>
                  <a:lnTo>
                    <a:pt x="1" y="18170"/>
                  </a:lnTo>
                  <a:cubicBezTo>
                    <a:pt x="78" y="18247"/>
                    <a:pt x="78" y="18247"/>
                    <a:pt x="78" y="18325"/>
                  </a:cubicBezTo>
                  <a:lnTo>
                    <a:pt x="156" y="18402"/>
                  </a:lnTo>
                  <a:lnTo>
                    <a:pt x="26790" y="174"/>
                  </a:lnTo>
                  <a:cubicBezTo>
                    <a:pt x="26712" y="174"/>
                    <a:pt x="26712" y="78"/>
                    <a:pt x="26712" y="78"/>
                  </a:cubicBezTo>
                  <a:lnTo>
                    <a:pt x="2663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34"/>
            <p:cNvSpPr/>
            <p:nvPr/>
          </p:nvSpPr>
          <p:spPr>
            <a:xfrm>
              <a:off x="3022350" y="443925"/>
              <a:ext cx="665875" cy="458125"/>
            </a:xfrm>
            <a:custGeom>
              <a:avLst/>
              <a:gdLst/>
              <a:ahLst/>
              <a:cxnLst/>
              <a:rect l="l" t="t" r="r" b="b"/>
              <a:pathLst>
                <a:path w="26635" h="18325" extrusionOk="0">
                  <a:moveTo>
                    <a:pt x="26557" y="0"/>
                  </a:moveTo>
                  <a:lnTo>
                    <a:pt x="0" y="18170"/>
                  </a:lnTo>
                  <a:cubicBezTo>
                    <a:pt x="78" y="18247"/>
                    <a:pt x="155" y="18247"/>
                    <a:pt x="155" y="18325"/>
                  </a:cubicBezTo>
                  <a:lnTo>
                    <a:pt x="26634" y="252"/>
                  </a:lnTo>
                  <a:cubicBezTo>
                    <a:pt x="26634" y="155"/>
                    <a:pt x="26557" y="78"/>
                    <a:pt x="265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34"/>
            <p:cNvSpPr/>
            <p:nvPr/>
          </p:nvSpPr>
          <p:spPr>
            <a:xfrm>
              <a:off x="3050425" y="480250"/>
              <a:ext cx="655725" cy="451825"/>
            </a:xfrm>
            <a:custGeom>
              <a:avLst/>
              <a:gdLst/>
              <a:ahLst/>
              <a:cxnLst/>
              <a:rect l="l" t="t" r="r" b="b"/>
              <a:pathLst>
                <a:path w="26229" h="18073" extrusionOk="0">
                  <a:moveTo>
                    <a:pt x="26151" y="0"/>
                  </a:moveTo>
                  <a:lnTo>
                    <a:pt x="1" y="17918"/>
                  </a:lnTo>
                  <a:cubicBezTo>
                    <a:pt x="78" y="17995"/>
                    <a:pt x="156" y="17995"/>
                    <a:pt x="252" y="18073"/>
                  </a:cubicBezTo>
                  <a:lnTo>
                    <a:pt x="26228" y="252"/>
                  </a:lnTo>
                  <a:cubicBezTo>
                    <a:pt x="26228" y="155"/>
                    <a:pt x="26151" y="78"/>
                    <a:pt x="261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34"/>
            <p:cNvSpPr/>
            <p:nvPr/>
          </p:nvSpPr>
          <p:spPr>
            <a:xfrm>
              <a:off x="3082875" y="520425"/>
              <a:ext cx="637300" cy="440225"/>
            </a:xfrm>
            <a:custGeom>
              <a:avLst/>
              <a:gdLst/>
              <a:ahLst/>
              <a:cxnLst/>
              <a:rect l="l" t="t" r="r" b="b"/>
              <a:pathLst>
                <a:path w="25492" h="17609" extrusionOk="0">
                  <a:moveTo>
                    <a:pt x="25414" y="1"/>
                  </a:moveTo>
                  <a:lnTo>
                    <a:pt x="0" y="17434"/>
                  </a:lnTo>
                  <a:cubicBezTo>
                    <a:pt x="78" y="17434"/>
                    <a:pt x="155" y="17531"/>
                    <a:pt x="233" y="17609"/>
                  </a:cubicBezTo>
                  <a:lnTo>
                    <a:pt x="25492" y="253"/>
                  </a:lnTo>
                  <a:cubicBezTo>
                    <a:pt x="25492" y="175"/>
                    <a:pt x="25414" y="98"/>
                    <a:pt x="2541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34"/>
            <p:cNvSpPr/>
            <p:nvPr/>
          </p:nvSpPr>
          <p:spPr>
            <a:xfrm>
              <a:off x="3119200" y="563050"/>
              <a:ext cx="611150" cy="421825"/>
            </a:xfrm>
            <a:custGeom>
              <a:avLst/>
              <a:gdLst/>
              <a:ahLst/>
              <a:cxnLst/>
              <a:rect l="l" t="t" r="r" b="b"/>
              <a:pathLst>
                <a:path w="24446" h="16873" extrusionOk="0">
                  <a:moveTo>
                    <a:pt x="24368" y="1"/>
                  </a:moveTo>
                  <a:lnTo>
                    <a:pt x="0" y="16698"/>
                  </a:lnTo>
                  <a:cubicBezTo>
                    <a:pt x="78" y="16795"/>
                    <a:pt x="155" y="16795"/>
                    <a:pt x="233" y="16872"/>
                  </a:cubicBezTo>
                  <a:lnTo>
                    <a:pt x="24446" y="233"/>
                  </a:lnTo>
                  <a:cubicBezTo>
                    <a:pt x="24446" y="156"/>
                    <a:pt x="24368" y="78"/>
                    <a:pt x="243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34"/>
            <p:cNvSpPr/>
            <p:nvPr/>
          </p:nvSpPr>
          <p:spPr>
            <a:xfrm>
              <a:off x="3159375" y="609550"/>
              <a:ext cx="575325" cy="397600"/>
            </a:xfrm>
            <a:custGeom>
              <a:avLst/>
              <a:gdLst/>
              <a:ahLst/>
              <a:cxnLst/>
              <a:rect l="l" t="t" r="r" b="b"/>
              <a:pathLst>
                <a:path w="23013" h="15904" extrusionOk="0">
                  <a:moveTo>
                    <a:pt x="23013" y="0"/>
                  </a:moveTo>
                  <a:lnTo>
                    <a:pt x="1" y="15729"/>
                  </a:lnTo>
                  <a:cubicBezTo>
                    <a:pt x="78" y="15806"/>
                    <a:pt x="156" y="15806"/>
                    <a:pt x="253" y="15903"/>
                  </a:cubicBezTo>
                  <a:lnTo>
                    <a:pt x="23013" y="233"/>
                  </a:lnTo>
                  <a:lnTo>
                    <a:pt x="2301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34"/>
            <p:cNvSpPr/>
            <p:nvPr/>
          </p:nvSpPr>
          <p:spPr>
            <a:xfrm>
              <a:off x="3203925" y="657975"/>
              <a:ext cx="530775" cy="365150"/>
            </a:xfrm>
            <a:custGeom>
              <a:avLst/>
              <a:gdLst/>
              <a:ahLst/>
              <a:cxnLst/>
              <a:rect l="l" t="t" r="r" b="b"/>
              <a:pathLst>
                <a:path w="21231" h="14606" extrusionOk="0">
                  <a:moveTo>
                    <a:pt x="21231" y="0"/>
                  </a:moveTo>
                  <a:lnTo>
                    <a:pt x="1" y="14528"/>
                  </a:lnTo>
                  <a:cubicBezTo>
                    <a:pt x="156" y="14606"/>
                    <a:pt x="233" y="14606"/>
                    <a:pt x="311" y="14606"/>
                  </a:cubicBezTo>
                  <a:lnTo>
                    <a:pt x="21231" y="310"/>
                  </a:lnTo>
                  <a:lnTo>
                    <a:pt x="2123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34"/>
            <p:cNvSpPr/>
            <p:nvPr/>
          </p:nvSpPr>
          <p:spPr>
            <a:xfrm>
              <a:off x="3256225" y="712200"/>
              <a:ext cx="472200" cy="324975"/>
            </a:xfrm>
            <a:custGeom>
              <a:avLst/>
              <a:gdLst/>
              <a:ahLst/>
              <a:cxnLst/>
              <a:rect l="l" t="t" r="r" b="b"/>
              <a:pathLst>
                <a:path w="18888" h="12999" extrusionOk="0">
                  <a:moveTo>
                    <a:pt x="18887" y="1"/>
                  </a:moveTo>
                  <a:lnTo>
                    <a:pt x="1" y="12921"/>
                  </a:lnTo>
                  <a:cubicBezTo>
                    <a:pt x="156" y="12921"/>
                    <a:pt x="253" y="12998"/>
                    <a:pt x="408" y="12998"/>
                  </a:cubicBezTo>
                  <a:lnTo>
                    <a:pt x="18887" y="330"/>
                  </a:lnTo>
                  <a:lnTo>
                    <a:pt x="1888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34"/>
            <p:cNvSpPr/>
            <p:nvPr/>
          </p:nvSpPr>
          <p:spPr>
            <a:xfrm>
              <a:off x="3318700" y="772750"/>
              <a:ext cx="393725" cy="270725"/>
            </a:xfrm>
            <a:custGeom>
              <a:avLst/>
              <a:gdLst/>
              <a:ahLst/>
              <a:cxnLst/>
              <a:rect l="l" t="t" r="r" b="b"/>
              <a:pathLst>
                <a:path w="15749" h="10829" extrusionOk="0">
                  <a:moveTo>
                    <a:pt x="15749" y="0"/>
                  </a:moveTo>
                  <a:lnTo>
                    <a:pt x="1" y="10828"/>
                  </a:lnTo>
                  <a:lnTo>
                    <a:pt x="485" y="10828"/>
                  </a:lnTo>
                  <a:lnTo>
                    <a:pt x="15671" y="407"/>
                  </a:lnTo>
                  <a:cubicBezTo>
                    <a:pt x="15671" y="252"/>
                    <a:pt x="15749" y="174"/>
                    <a:pt x="157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34"/>
            <p:cNvSpPr/>
            <p:nvPr/>
          </p:nvSpPr>
          <p:spPr>
            <a:xfrm>
              <a:off x="3399575" y="845375"/>
              <a:ext cx="280425" cy="191800"/>
            </a:xfrm>
            <a:custGeom>
              <a:avLst/>
              <a:gdLst/>
              <a:ahLst/>
              <a:cxnLst/>
              <a:rect l="l" t="t" r="r" b="b"/>
              <a:pathLst>
                <a:path w="11217" h="7672" extrusionOk="0">
                  <a:moveTo>
                    <a:pt x="11216" y="1"/>
                  </a:moveTo>
                  <a:lnTo>
                    <a:pt x="1" y="7671"/>
                  </a:lnTo>
                  <a:cubicBezTo>
                    <a:pt x="233" y="7594"/>
                    <a:pt x="407" y="7594"/>
                    <a:pt x="562" y="7594"/>
                  </a:cubicBezTo>
                  <a:lnTo>
                    <a:pt x="10887" y="485"/>
                  </a:lnTo>
                  <a:cubicBezTo>
                    <a:pt x="10984" y="330"/>
                    <a:pt x="11061" y="175"/>
                    <a:pt x="1121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41" name="Google Shape;2141;p34"/>
          <p:cNvGrpSpPr/>
          <p:nvPr/>
        </p:nvGrpSpPr>
        <p:grpSpPr>
          <a:xfrm>
            <a:off x="4302975" y="4715075"/>
            <a:ext cx="538025" cy="157800"/>
            <a:chOff x="2575325" y="1348650"/>
            <a:chExt cx="538025" cy="157800"/>
          </a:xfrm>
        </p:grpSpPr>
        <p:sp>
          <p:nvSpPr>
            <p:cNvPr id="2142" name="Google Shape;2142;p34"/>
            <p:cNvSpPr/>
            <p:nvPr/>
          </p:nvSpPr>
          <p:spPr>
            <a:xfrm>
              <a:off x="2575325" y="1348650"/>
              <a:ext cx="157800" cy="157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34"/>
            <p:cNvSpPr/>
            <p:nvPr/>
          </p:nvSpPr>
          <p:spPr>
            <a:xfrm>
              <a:off x="2765438" y="1348650"/>
              <a:ext cx="157800" cy="157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34"/>
            <p:cNvSpPr/>
            <p:nvPr/>
          </p:nvSpPr>
          <p:spPr>
            <a:xfrm>
              <a:off x="2955550" y="1348650"/>
              <a:ext cx="157800" cy="157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45" name="Google Shape;2145;p34"/>
          <p:cNvGrpSpPr/>
          <p:nvPr/>
        </p:nvGrpSpPr>
        <p:grpSpPr>
          <a:xfrm>
            <a:off x="-289536" y="342037"/>
            <a:ext cx="925310" cy="943383"/>
            <a:chOff x="595389" y="1761100"/>
            <a:chExt cx="925310" cy="943383"/>
          </a:xfrm>
        </p:grpSpPr>
        <p:cxnSp>
          <p:nvCxnSpPr>
            <p:cNvPr id="2146" name="Google Shape;2146;p34"/>
            <p:cNvCxnSpPr/>
            <p:nvPr/>
          </p:nvCxnSpPr>
          <p:spPr>
            <a:xfrm>
              <a:off x="790199" y="2065118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47" name="Google Shape;2147;p34"/>
            <p:cNvCxnSpPr/>
            <p:nvPr/>
          </p:nvCxnSpPr>
          <p:spPr>
            <a:xfrm>
              <a:off x="595389" y="2117083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48" name="Google Shape;2148;p34"/>
            <p:cNvCxnSpPr/>
            <p:nvPr/>
          </p:nvCxnSpPr>
          <p:spPr>
            <a:xfrm>
              <a:off x="656919" y="1761100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149" name="Google Shape;2149;p34"/>
          <p:cNvGrpSpPr/>
          <p:nvPr/>
        </p:nvGrpSpPr>
        <p:grpSpPr>
          <a:xfrm>
            <a:off x="8659439" y="4065800"/>
            <a:ext cx="925310" cy="943383"/>
            <a:chOff x="595389" y="1761100"/>
            <a:chExt cx="925310" cy="943383"/>
          </a:xfrm>
        </p:grpSpPr>
        <p:cxnSp>
          <p:nvCxnSpPr>
            <p:cNvPr id="2150" name="Google Shape;2150;p34"/>
            <p:cNvCxnSpPr/>
            <p:nvPr/>
          </p:nvCxnSpPr>
          <p:spPr>
            <a:xfrm>
              <a:off x="790199" y="2065118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51" name="Google Shape;2151;p34"/>
            <p:cNvCxnSpPr/>
            <p:nvPr/>
          </p:nvCxnSpPr>
          <p:spPr>
            <a:xfrm>
              <a:off x="595389" y="2117083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52" name="Google Shape;2152;p34"/>
            <p:cNvCxnSpPr/>
            <p:nvPr/>
          </p:nvCxnSpPr>
          <p:spPr>
            <a:xfrm>
              <a:off x="656919" y="1761100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153" name="Google Shape;2153;p34"/>
          <p:cNvGrpSpPr/>
          <p:nvPr/>
        </p:nvGrpSpPr>
        <p:grpSpPr>
          <a:xfrm>
            <a:off x="3779697" y="213225"/>
            <a:ext cx="1584577" cy="196549"/>
            <a:chOff x="750197" y="155825"/>
            <a:chExt cx="1584577" cy="196549"/>
          </a:xfrm>
        </p:grpSpPr>
        <p:sp>
          <p:nvSpPr>
            <p:cNvPr id="2154" name="Google Shape;2154;p34"/>
            <p:cNvSpPr/>
            <p:nvPr/>
          </p:nvSpPr>
          <p:spPr>
            <a:xfrm rot="-5400000">
              <a:off x="2093744" y="299443"/>
              <a:ext cx="52930" cy="52930"/>
            </a:xfrm>
            <a:custGeom>
              <a:avLst/>
              <a:gdLst/>
              <a:ahLst/>
              <a:cxnLst/>
              <a:rect l="l" t="t" r="r" b="b"/>
              <a:pathLst>
                <a:path w="1221" h="1221" extrusionOk="0">
                  <a:moveTo>
                    <a:pt x="659" y="0"/>
                  </a:moveTo>
                  <a:cubicBezTo>
                    <a:pt x="252" y="0"/>
                    <a:pt x="0" y="252"/>
                    <a:pt x="0" y="640"/>
                  </a:cubicBezTo>
                  <a:cubicBezTo>
                    <a:pt x="0" y="969"/>
                    <a:pt x="252" y="1221"/>
                    <a:pt x="659" y="1221"/>
                  </a:cubicBezTo>
                  <a:cubicBezTo>
                    <a:pt x="969" y="1221"/>
                    <a:pt x="1221" y="969"/>
                    <a:pt x="1221" y="640"/>
                  </a:cubicBezTo>
                  <a:cubicBezTo>
                    <a:pt x="1221" y="252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34"/>
            <p:cNvSpPr/>
            <p:nvPr/>
          </p:nvSpPr>
          <p:spPr>
            <a:xfrm rot="-5400000">
              <a:off x="1915294" y="299855"/>
              <a:ext cx="52930" cy="52107"/>
            </a:xfrm>
            <a:custGeom>
              <a:avLst/>
              <a:gdLst/>
              <a:ahLst/>
              <a:cxnLst/>
              <a:rect l="l" t="t" r="r" b="b"/>
              <a:pathLst>
                <a:path w="1221" h="1202" extrusionOk="0">
                  <a:moveTo>
                    <a:pt x="659" y="1"/>
                  </a:moveTo>
                  <a:cubicBezTo>
                    <a:pt x="252" y="1"/>
                    <a:pt x="0" y="233"/>
                    <a:pt x="0" y="563"/>
                  </a:cubicBezTo>
                  <a:cubicBezTo>
                    <a:pt x="0" y="969"/>
                    <a:pt x="252" y="1202"/>
                    <a:pt x="659" y="1202"/>
                  </a:cubicBezTo>
                  <a:cubicBezTo>
                    <a:pt x="969" y="1202"/>
                    <a:pt x="1221" y="969"/>
                    <a:pt x="1221" y="563"/>
                  </a:cubicBezTo>
                  <a:cubicBezTo>
                    <a:pt x="1221" y="233"/>
                    <a:pt x="969" y="1"/>
                    <a:pt x="6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34"/>
            <p:cNvSpPr/>
            <p:nvPr/>
          </p:nvSpPr>
          <p:spPr>
            <a:xfrm rot="-5400000">
              <a:off x="1735196" y="297753"/>
              <a:ext cx="52930" cy="56312"/>
            </a:xfrm>
            <a:custGeom>
              <a:avLst/>
              <a:gdLst/>
              <a:ahLst/>
              <a:cxnLst/>
              <a:rect l="l" t="t" r="r" b="b"/>
              <a:pathLst>
                <a:path w="1221" h="1299" extrusionOk="0">
                  <a:moveTo>
                    <a:pt x="659" y="0"/>
                  </a:moveTo>
                  <a:cubicBezTo>
                    <a:pt x="252" y="0"/>
                    <a:pt x="0" y="330"/>
                    <a:pt x="0" y="640"/>
                  </a:cubicBezTo>
                  <a:cubicBezTo>
                    <a:pt x="0" y="969"/>
                    <a:pt x="252" y="1298"/>
                    <a:pt x="659" y="1298"/>
                  </a:cubicBezTo>
                  <a:cubicBezTo>
                    <a:pt x="969" y="1298"/>
                    <a:pt x="1221" y="969"/>
                    <a:pt x="1221" y="640"/>
                  </a:cubicBezTo>
                  <a:cubicBezTo>
                    <a:pt x="1221" y="330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34"/>
            <p:cNvSpPr/>
            <p:nvPr/>
          </p:nvSpPr>
          <p:spPr>
            <a:xfrm rot="-5400000">
              <a:off x="1556334" y="297753"/>
              <a:ext cx="52930" cy="56312"/>
            </a:xfrm>
            <a:custGeom>
              <a:avLst/>
              <a:gdLst/>
              <a:ahLst/>
              <a:cxnLst/>
              <a:rect l="l" t="t" r="r" b="b"/>
              <a:pathLst>
                <a:path w="1221" h="1299" extrusionOk="0">
                  <a:moveTo>
                    <a:pt x="659" y="0"/>
                  </a:moveTo>
                  <a:cubicBezTo>
                    <a:pt x="252" y="0"/>
                    <a:pt x="0" y="330"/>
                    <a:pt x="0" y="659"/>
                  </a:cubicBezTo>
                  <a:cubicBezTo>
                    <a:pt x="0" y="969"/>
                    <a:pt x="252" y="1298"/>
                    <a:pt x="659" y="1298"/>
                  </a:cubicBezTo>
                  <a:cubicBezTo>
                    <a:pt x="969" y="1298"/>
                    <a:pt x="1221" y="969"/>
                    <a:pt x="1221" y="659"/>
                  </a:cubicBezTo>
                  <a:cubicBezTo>
                    <a:pt x="1221" y="330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34"/>
            <p:cNvSpPr/>
            <p:nvPr/>
          </p:nvSpPr>
          <p:spPr>
            <a:xfrm rot="-5400000">
              <a:off x="1378296" y="297753"/>
              <a:ext cx="52930" cy="56312"/>
            </a:xfrm>
            <a:custGeom>
              <a:avLst/>
              <a:gdLst/>
              <a:ahLst/>
              <a:cxnLst/>
              <a:rect l="l" t="t" r="r" b="b"/>
              <a:pathLst>
                <a:path w="1221" h="1299" extrusionOk="0">
                  <a:moveTo>
                    <a:pt x="659" y="1"/>
                  </a:moveTo>
                  <a:cubicBezTo>
                    <a:pt x="252" y="1"/>
                    <a:pt x="0" y="330"/>
                    <a:pt x="0" y="640"/>
                  </a:cubicBezTo>
                  <a:cubicBezTo>
                    <a:pt x="0" y="969"/>
                    <a:pt x="252" y="1299"/>
                    <a:pt x="659" y="1299"/>
                  </a:cubicBezTo>
                  <a:cubicBezTo>
                    <a:pt x="969" y="1299"/>
                    <a:pt x="1221" y="969"/>
                    <a:pt x="1221" y="640"/>
                  </a:cubicBezTo>
                  <a:cubicBezTo>
                    <a:pt x="1221" y="330"/>
                    <a:pt x="969" y="1"/>
                    <a:pt x="6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34"/>
            <p:cNvSpPr/>
            <p:nvPr/>
          </p:nvSpPr>
          <p:spPr>
            <a:xfrm rot="-5400000">
              <a:off x="1197765" y="299422"/>
              <a:ext cx="52930" cy="52974"/>
            </a:xfrm>
            <a:custGeom>
              <a:avLst/>
              <a:gdLst/>
              <a:ahLst/>
              <a:cxnLst/>
              <a:rect l="l" t="t" r="r" b="b"/>
              <a:pathLst>
                <a:path w="1221" h="1222" extrusionOk="0">
                  <a:moveTo>
                    <a:pt x="659" y="1"/>
                  </a:moveTo>
                  <a:cubicBezTo>
                    <a:pt x="252" y="1"/>
                    <a:pt x="0" y="253"/>
                    <a:pt x="0" y="660"/>
                  </a:cubicBezTo>
                  <a:cubicBezTo>
                    <a:pt x="0" y="970"/>
                    <a:pt x="252" y="1221"/>
                    <a:pt x="659" y="1221"/>
                  </a:cubicBezTo>
                  <a:cubicBezTo>
                    <a:pt x="969" y="1221"/>
                    <a:pt x="1221" y="970"/>
                    <a:pt x="1221" y="660"/>
                  </a:cubicBezTo>
                  <a:cubicBezTo>
                    <a:pt x="1221" y="253"/>
                    <a:pt x="969" y="1"/>
                    <a:pt x="6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34"/>
            <p:cNvSpPr/>
            <p:nvPr/>
          </p:nvSpPr>
          <p:spPr>
            <a:xfrm rot="-5400000">
              <a:off x="1019336" y="299855"/>
              <a:ext cx="52930" cy="52107"/>
            </a:xfrm>
            <a:custGeom>
              <a:avLst/>
              <a:gdLst/>
              <a:ahLst/>
              <a:cxnLst/>
              <a:rect l="l" t="t" r="r" b="b"/>
              <a:pathLst>
                <a:path w="1221" h="1202" extrusionOk="0">
                  <a:moveTo>
                    <a:pt x="659" y="0"/>
                  </a:moveTo>
                  <a:cubicBezTo>
                    <a:pt x="252" y="0"/>
                    <a:pt x="0" y="233"/>
                    <a:pt x="0" y="640"/>
                  </a:cubicBezTo>
                  <a:cubicBezTo>
                    <a:pt x="0" y="969"/>
                    <a:pt x="252" y="1201"/>
                    <a:pt x="659" y="1201"/>
                  </a:cubicBezTo>
                  <a:cubicBezTo>
                    <a:pt x="969" y="1201"/>
                    <a:pt x="1221" y="969"/>
                    <a:pt x="1221" y="640"/>
                  </a:cubicBezTo>
                  <a:cubicBezTo>
                    <a:pt x="1221" y="233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34"/>
            <p:cNvSpPr/>
            <p:nvPr/>
          </p:nvSpPr>
          <p:spPr>
            <a:xfrm rot="-5400000">
              <a:off x="840886" y="299443"/>
              <a:ext cx="52930" cy="52930"/>
            </a:xfrm>
            <a:custGeom>
              <a:avLst/>
              <a:gdLst/>
              <a:ahLst/>
              <a:cxnLst/>
              <a:rect l="l" t="t" r="r" b="b"/>
              <a:pathLst>
                <a:path w="1221" h="1221" extrusionOk="0">
                  <a:moveTo>
                    <a:pt x="659" y="1"/>
                  </a:moveTo>
                  <a:cubicBezTo>
                    <a:pt x="252" y="1"/>
                    <a:pt x="0" y="252"/>
                    <a:pt x="0" y="582"/>
                  </a:cubicBezTo>
                  <a:cubicBezTo>
                    <a:pt x="0" y="969"/>
                    <a:pt x="252" y="1221"/>
                    <a:pt x="659" y="1221"/>
                  </a:cubicBezTo>
                  <a:cubicBezTo>
                    <a:pt x="969" y="1221"/>
                    <a:pt x="1221" y="969"/>
                    <a:pt x="1221" y="582"/>
                  </a:cubicBezTo>
                  <a:cubicBezTo>
                    <a:pt x="1221" y="252"/>
                    <a:pt x="969" y="1"/>
                    <a:pt x="6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34"/>
            <p:cNvSpPr/>
            <p:nvPr/>
          </p:nvSpPr>
          <p:spPr>
            <a:xfrm rot="-5400000">
              <a:off x="2181051" y="155825"/>
              <a:ext cx="56312" cy="56312"/>
            </a:xfrm>
            <a:custGeom>
              <a:avLst/>
              <a:gdLst/>
              <a:ahLst/>
              <a:cxnLst/>
              <a:rect l="l" t="t" r="r" b="b"/>
              <a:pathLst>
                <a:path w="1299" h="1299" extrusionOk="0">
                  <a:moveTo>
                    <a:pt x="640" y="1"/>
                  </a:moveTo>
                  <a:cubicBezTo>
                    <a:pt x="330" y="1"/>
                    <a:pt x="0" y="330"/>
                    <a:pt x="0" y="659"/>
                  </a:cubicBezTo>
                  <a:cubicBezTo>
                    <a:pt x="0" y="969"/>
                    <a:pt x="330" y="1299"/>
                    <a:pt x="640" y="1299"/>
                  </a:cubicBezTo>
                  <a:cubicBezTo>
                    <a:pt x="969" y="1299"/>
                    <a:pt x="1298" y="969"/>
                    <a:pt x="1298" y="659"/>
                  </a:cubicBezTo>
                  <a:cubicBezTo>
                    <a:pt x="1298" y="330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34"/>
            <p:cNvSpPr/>
            <p:nvPr/>
          </p:nvSpPr>
          <p:spPr>
            <a:xfrm rot="-5400000">
              <a:off x="2000953" y="157927"/>
              <a:ext cx="56312" cy="52107"/>
            </a:xfrm>
            <a:custGeom>
              <a:avLst/>
              <a:gdLst/>
              <a:ahLst/>
              <a:cxnLst/>
              <a:rect l="l" t="t" r="r" b="b"/>
              <a:pathLst>
                <a:path w="1299" h="1202" extrusionOk="0">
                  <a:moveTo>
                    <a:pt x="640" y="0"/>
                  </a:moveTo>
                  <a:cubicBezTo>
                    <a:pt x="330" y="0"/>
                    <a:pt x="0" y="233"/>
                    <a:pt x="0" y="640"/>
                  </a:cubicBezTo>
                  <a:cubicBezTo>
                    <a:pt x="0" y="969"/>
                    <a:pt x="330" y="1201"/>
                    <a:pt x="640" y="1201"/>
                  </a:cubicBezTo>
                  <a:cubicBezTo>
                    <a:pt x="969" y="1201"/>
                    <a:pt x="1298" y="969"/>
                    <a:pt x="1298" y="640"/>
                  </a:cubicBezTo>
                  <a:cubicBezTo>
                    <a:pt x="1298" y="233"/>
                    <a:pt x="969" y="0"/>
                    <a:pt x="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34"/>
            <p:cNvSpPr/>
            <p:nvPr/>
          </p:nvSpPr>
          <p:spPr>
            <a:xfrm rot="-5400000">
              <a:off x="1822503" y="157515"/>
              <a:ext cx="56312" cy="52930"/>
            </a:xfrm>
            <a:custGeom>
              <a:avLst/>
              <a:gdLst/>
              <a:ahLst/>
              <a:cxnLst/>
              <a:rect l="l" t="t" r="r" b="b"/>
              <a:pathLst>
                <a:path w="1299" h="1221" extrusionOk="0">
                  <a:moveTo>
                    <a:pt x="640" y="0"/>
                  </a:moveTo>
                  <a:cubicBezTo>
                    <a:pt x="330" y="0"/>
                    <a:pt x="0" y="252"/>
                    <a:pt x="0" y="562"/>
                  </a:cubicBezTo>
                  <a:cubicBezTo>
                    <a:pt x="0" y="969"/>
                    <a:pt x="330" y="1221"/>
                    <a:pt x="640" y="1221"/>
                  </a:cubicBezTo>
                  <a:cubicBezTo>
                    <a:pt x="969" y="1221"/>
                    <a:pt x="1298" y="969"/>
                    <a:pt x="1298" y="562"/>
                  </a:cubicBezTo>
                  <a:cubicBezTo>
                    <a:pt x="1298" y="252"/>
                    <a:pt x="969" y="0"/>
                    <a:pt x="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34"/>
            <p:cNvSpPr/>
            <p:nvPr/>
          </p:nvSpPr>
          <p:spPr>
            <a:xfrm rot="-5400000">
              <a:off x="1644053" y="157927"/>
              <a:ext cx="56312" cy="52107"/>
            </a:xfrm>
            <a:custGeom>
              <a:avLst/>
              <a:gdLst/>
              <a:ahLst/>
              <a:cxnLst/>
              <a:rect l="l" t="t" r="r" b="b"/>
              <a:pathLst>
                <a:path w="1299" h="1202" extrusionOk="0">
                  <a:moveTo>
                    <a:pt x="640" y="1"/>
                  </a:moveTo>
                  <a:cubicBezTo>
                    <a:pt x="330" y="1"/>
                    <a:pt x="0" y="233"/>
                    <a:pt x="0" y="563"/>
                  </a:cubicBezTo>
                  <a:cubicBezTo>
                    <a:pt x="0" y="969"/>
                    <a:pt x="330" y="1202"/>
                    <a:pt x="640" y="1202"/>
                  </a:cubicBezTo>
                  <a:cubicBezTo>
                    <a:pt x="969" y="1202"/>
                    <a:pt x="1298" y="969"/>
                    <a:pt x="1298" y="563"/>
                  </a:cubicBezTo>
                  <a:cubicBezTo>
                    <a:pt x="1298" y="233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34"/>
            <p:cNvSpPr/>
            <p:nvPr/>
          </p:nvSpPr>
          <p:spPr>
            <a:xfrm rot="-5400000">
              <a:off x="1463955" y="155825"/>
              <a:ext cx="56312" cy="56312"/>
            </a:xfrm>
            <a:custGeom>
              <a:avLst/>
              <a:gdLst/>
              <a:ahLst/>
              <a:cxnLst/>
              <a:rect l="l" t="t" r="r" b="b"/>
              <a:pathLst>
                <a:path w="1299" h="1299" extrusionOk="0">
                  <a:moveTo>
                    <a:pt x="640" y="0"/>
                  </a:moveTo>
                  <a:cubicBezTo>
                    <a:pt x="330" y="0"/>
                    <a:pt x="0" y="330"/>
                    <a:pt x="0" y="640"/>
                  </a:cubicBezTo>
                  <a:cubicBezTo>
                    <a:pt x="0" y="969"/>
                    <a:pt x="330" y="1298"/>
                    <a:pt x="640" y="1298"/>
                  </a:cubicBezTo>
                  <a:cubicBezTo>
                    <a:pt x="969" y="1298"/>
                    <a:pt x="1298" y="969"/>
                    <a:pt x="1298" y="640"/>
                  </a:cubicBezTo>
                  <a:cubicBezTo>
                    <a:pt x="1298" y="330"/>
                    <a:pt x="969" y="0"/>
                    <a:pt x="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34"/>
            <p:cNvSpPr/>
            <p:nvPr/>
          </p:nvSpPr>
          <p:spPr>
            <a:xfrm rot="-5400000">
              <a:off x="1285505" y="156237"/>
              <a:ext cx="56312" cy="55488"/>
            </a:xfrm>
            <a:custGeom>
              <a:avLst/>
              <a:gdLst/>
              <a:ahLst/>
              <a:cxnLst/>
              <a:rect l="l" t="t" r="r" b="b"/>
              <a:pathLst>
                <a:path w="1299" h="1280" extrusionOk="0">
                  <a:moveTo>
                    <a:pt x="640" y="1"/>
                  </a:moveTo>
                  <a:cubicBezTo>
                    <a:pt x="330" y="1"/>
                    <a:pt x="0" y="311"/>
                    <a:pt x="0" y="640"/>
                  </a:cubicBezTo>
                  <a:cubicBezTo>
                    <a:pt x="0" y="969"/>
                    <a:pt x="330" y="1279"/>
                    <a:pt x="640" y="1279"/>
                  </a:cubicBezTo>
                  <a:cubicBezTo>
                    <a:pt x="969" y="1279"/>
                    <a:pt x="1298" y="969"/>
                    <a:pt x="1298" y="640"/>
                  </a:cubicBezTo>
                  <a:cubicBezTo>
                    <a:pt x="1298" y="311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34"/>
            <p:cNvSpPr/>
            <p:nvPr/>
          </p:nvSpPr>
          <p:spPr>
            <a:xfrm rot="-5400000">
              <a:off x="1107055" y="155825"/>
              <a:ext cx="56312" cy="56312"/>
            </a:xfrm>
            <a:custGeom>
              <a:avLst/>
              <a:gdLst/>
              <a:ahLst/>
              <a:cxnLst/>
              <a:rect l="l" t="t" r="r" b="b"/>
              <a:pathLst>
                <a:path w="1299" h="1299" extrusionOk="0">
                  <a:moveTo>
                    <a:pt x="640" y="1"/>
                  </a:moveTo>
                  <a:cubicBezTo>
                    <a:pt x="330" y="1"/>
                    <a:pt x="0" y="330"/>
                    <a:pt x="0" y="640"/>
                  </a:cubicBezTo>
                  <a:cubicBezTo>
                    <a:pt x="0" y="970"/>
                    <a:pt x="330" y="1299"/>
                    <a:pt x="640" y="1299"/>
                  </a:cubicBezTo>
                  <a:cubicBezTo>
                    <a:pt x="969" y="1299"/>
                    <a:pt x="1298" y="970"/>
                    <a:pt x="1298" y="640"/>
                  </a:cubicBezTo>
                  <a:cubicBezTo>
                    <a:pt x="1298" y="330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34"/>
            <p:cNvSpPr/>
            <p:nvPr/>
          </p:nvSpPr>
          <p:spPr>
            <a:xfrm rot="-5400000">
              <a:off x="926957" y="157927"/>
              <a:ext cx="56312" cy="52107"/>
            </a:xfrm>
            <a:custGeom>
              <a:avLst/>
              <a:gdLst/>
              <a:ahLst/>
              <a:cxnLst/>
              <a:rect l="l" t="t" r="r" b="b"/>
              <a:pathLst>
                <a:path w="1299" h="1202" extrusionOk="0">
                  <a:moveTo>
                    <a:pt x="640" y="0"/>
                  </a:moveTo>
                  <a:cubicBezTo>
                    <a:pt x="330" y="0"/>
                    <a:pt x="0" y="233"/>
                    <a:pt x="0" y="640"/>
                  </a:cubicBezTo>
                  <a:cubicBezTo>
                    <a:pt x="0" y="969"/>
                    <a:pt x="330" y="1201"/>
                    <a:pt x="640" y="1201"/>
                  </a:cubicBezTo>
                  <a:cubicBezTo>
                    <a:pt x="969" y="1201"/>
                    <a:pt x="1298" y="969"/>
                    <a:pt x="1298" y="640"/>
                  </a:cubicBezTo>
                  <a:cubicBezTo>
                    <a:pt x="1298" y="233"/>
                    <a:pt x="969" y="0"/>
                    <a:pt x="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34"/>
            <p:cNvSpPr/>
            <p:nvPr/>
          </p:nvSpPr>
          <p:spPr>
            <a:xfrm rot="-5400000">
              <a:off x="748507" y="157515"/>
              <a:ext cx="56312" cy="52930"/>
            </a:xfrm>
            <a:custGeom>
              <a:avLst/>
              <a:gdLst/>
              <a:ahLst/>
              <a:cxnLst/>
              <a:rect l="l" t="t" r="r" b="b"/>
              <a:pathLst>
                <a:path w="1299" h="1221" extrusionOk="0">
                  <a:moveTo>
                    <a:pt x="640" y="1"/>
                  </a:moveTo>
                  <a:cubicBezTo>
                    <a:pt x="330" y="1"/>
                    <a:pt x="0" y="252"/>
                    <a:pt x="0" y="562"/>
                  </a:cubicBezTo>
                  <a:cubicBezTo>
                    <a:pt x="0" y="969"/>
                    <a:pt x="330" y="1221"/>
                    <a:pt x="640" y="1221"/>
                  </a:cubicBezTo>
                  <a:cubicBezTo>
                    <a:pt x="969" y="1221"/>
                    <a:pt x="1298" y="969"/>
                    <a:pt x="1298" y="562"/>
                  </a:cubicBezTo>
                  <a:cubicBezTo>
                    <a:pt x="1298" y="252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34"/>
            <p:cNvSpPr/>
            <p:nvPr/>
          </p:nvSpPr>
          <p:spPr>
            <a:xfrm rot="-5400000">
              <a:off x="2281844" y="299443"/>
              <a:ext cx="52930" cy="52930"/>
            </a:xfrm>
            <a:custGeom>
              <a:avLst/>
              <a:gdLst/>
              <a:ahLst/>
              <a:cxnLst/>
              <a:rect l="l" t="t" r="r" b="b"/>
              <a:pathLst>
                <a:path w="1221" h="1221" extrusionOk="0">
                  <a:moveTo>
                    <a:pt x="659" y="0"/>
                  </a:moveTo>
                  <a:cubicBezTo>
                    <a:pt x="252" y="0"/>
                    <a:pt x="0" y="252"/>
                    <a:pt x="0" y="640"/>
                  </a:cubicBezTo>
                  <a:cubicBezTo>
                    <a:pt x="0" y="969"/>
                    <a:pt x="252" y="1221"/>
                    <a:pt x="659" y="1221"/>
                  </a:cubicBezTo>
                  <a:cubicBezTo>
                    <a:pt x="969" y="1221"/>
                    <a:pt x="1221" y="969"/>
                    <a:pt x="1221" y="640"/>
                  </a:cubicBezTo>
                  <a:cubicBezTo>
                    <a:pt x="1221" y="252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72" name="Google Shape;2172;p34"/>
          <p:cNvGrpSpPr/>
          <p:nvPr/>
        </p:nvGrpSpPr>
        <p:grpSpPr>
          <a:xfrm>
            <a:off x="8293945" y="-374937"/>
            <a:ext cx="1656312" cy="1660374"/>
            <a:chOff x="2929375" y="236175"/>
            <a:chExt cx="805325" cy="807300"/>
          </a:xfrm>
        </p:grpSpPr>
        <p:sp>
          <p:nvSpPr>
            <p:cNvPr id="2173" name="Google Shape;2173;p34"/>
            <p:cNvSpPr/>
            <p:nvPr/>
          </p:nvSpPr>
          <p:spPr>
            <a:xfrm>
              <a:off x="2986025" y="241975"/>
              <a:ext cx="280400" cy="191800"/>
            </a:xfrm>
            <a:custGeom>
              <a:avLst/>
              <a:gdLst/>
              <a:ahLst/>
              <a:cxnLst/>
              <a:rect l="l" t="t" r="r" b="b"/>
              <a:pathLst>
                <a:path w="11216" h="7672" extrusionOk="0">
                  <a:moveTo>
                    <a:pt x="11216" y="1"/>
                  </a:moveTo>
                  <a:cubicBezTo>
                    <a:pt x="10964" y="1"/>
                    <a:pt x="10809" y="98"/>
                    <a:pt x="10577" y="98"/>
                  </a:cubicBezTo>
                  <a:lnTo>
                    <a:pt x="310" y="7110"/>
                  </a:lnTo>
                  <a:cubicBezTo>
                    <a:pt x="233" y="7265"/>
                    <a:pt x="155" y="7439"/>
                    <a:pt x="0" y="7672"/>
                  </a:cubicBezTo>
                  <a:lnTo>
                    <a:pt x="1121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34"/>
            <p:cNvSpPr/>
            <p:nvPr/>
          </p:nvSpPr>
          <p:spPr>
            <a:xfrm>
              <a:off x="2951650" y="236175"/>
              <a:ext cx="395650" cy="270250"/>
            </a:xfrm>
            <a:custGeom>
              <a:avLst/>
              <a:gdLst/>
              <a:ahLst/>
              <a:cxnLst/>
              <a:rect l="l" t="t" r="r" b="b"/>
              <a:pathLst>
                <a:path w="15826" h="10810" extrusionOk="0">
                  <a:moveTo>
                    <a:pt x="15341" y="1"/>
                  </a:moveTo>
                  <a:lnTo>
                    <a:pt x="155" y="10402"/>
                  </a:lnTo>
                  <a:cubicBezTo>
                    <a:pt x="155" y="10499"/>
                    <a:pt x="78" y="10654"/>
                    <a:pt x="0" y="10809"/>
                  </a:cubicBezTo>
                  <a:lnTo>
                    <a:pt x="158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34"/>
            <p:cNvSpPr/>
            <p:nvPr/>
          </p:nvSpPr>
          <p:spPr>
            <a:xfrm>
              <a:off x="2935650" y="241975"/>
              <a:ext cx="472175" cy="324975"/>
            </a:xfrm>
            <a:custGeom>
              <a:avLst/>
              <a:gdLst/>
              <a:ahLst/>
              <a:cxnLst/>
              <a:rect l="l" t="t" r="r" b="b"/>
              <a:pathLst>
                <a:path w="18887" h="12999" extrusionOk="0">
                  <a:moveTo>
                    <a:pt x="18558" y="1"/>
                  </a:moveTo>
                  <a:lnTo>
                    <a:pt x="78" y="12689"/>
                  </a:lnTo>
                  <a:cubicBezTo>
                    <a:pt x="78" y="12766"/>
                    <a:pt x="78" y="12844"/>
                    <a:pt x="1" y="12999"/>
                  </a:cubicBezTo>
                  <a:lnTo>
                    <a:pt x="18887" y="98"/>
                  </a:lnTo>
                  <a:cubicBezTo>
                    <a:pt x="18790" y="1"/>
                    <a:pt x="18713" y="1"/>
                    <a:pt x="1855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34"/>
            <p:cNvSpPr/>
            <p:nvPr/>
          </p:nvSpPr>
          <p:spPr>
            <a:xfrm>
              <a:off x="2929375" y="254100"/>
              <a:ext cx="530750" cy="367575"/>
            </a:xfrm>
            <a:custGeom>
              <a:avLst/>
              <a:gdLst/>
              <a:ahLst/>
              <a:cxnLst/>
              <a:rect l="l" t="t" r="r" b="b"/>
              <a:pathLst>
                <a:path w="21230" h="14703" extrusionOk="0">
                  <a:moveTo>
                    <a:pt x="20978" y="0"/>
                  </a:moveTo>
                  <a:lnTo>
                    <a:pt x="77" y="14373"/>
                  </a:lnTo>
                  <a:cubicBezTo>
                    <a:pt x="77" y="14451"/>
                    <a:pt x="0" y="14528"/>
                    <a:pt x="0" y="14702"/>
                  </a:cubicBezTo>
                  <a:lnTo>
                    <a:pt x="21230" y="97"/>
                  </a:lnTo>
                  <a:cubicBezTo>
                    <a:pt x="21152" y="97"/>
                    <a:pt x="21075" y="97"/>
                    <a:pt x="209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34"/>
            <p:cNvSpPr/>
            <p:nvPr/>
          </p:nvSpPr>
          <p:spPr>
            <a:xfrm>
              <a:off x="2929375" y="272500"/>
              <a:ext cx="577250" cy="397600"/>
            </a:xfrm>
            <a:custGeom>
              <a:avLst/>
              <a:gdLst/>
              <a:ahLst/>
              <a:cxnLst/>
              <a:rect l="l" t="t" r="r" b="b"/>
              <a:pathLst>
                <a:path w="23090" h="15904" extrusionOk="0">
                  <a:moveTo>
                    <a:pt x="22838" y="0"/>
                  </a:moveTo>
                  <a:lnTo>
                    <a:pt x="0" y="15574"/>
                  </a:lnTo>
                  <a:cubicBezTo>
                    <a:pt x="77" y="15729"/>
                    <a:pt x="77" y="15826"/>
                    <a:pt x="77" y="15903"/>
                  </a:cubicBezTo>
                  <a:lnTo>
                    <a:pt x="23089" y="155"/>
                  </a:lnTo>
                  <a:cubicBezTo>
                    <a:pt x="23012" y="78"/>
                    <a:pt x="22915" y="78"/>
                    <a:pt x="228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34"/>
            <p:cNvSpPr/>
            <p:nvPr/>
          </p:nvSpPr>
          <p:spPr>
            <a:xfrm>
              <a:off x="2935650" y="294775"/>
              <a:ext cx="611175" cy="421825"/>
            </a:xfrm>
            <a:custGeom>
              <a:avLst/>
              <a:gdLst/>
              <a:ahLst/>
              <a:cxnLst/>
              <a:rect l="l" t="t" r="r" b="b"/>
              <a:pathLst>
                <a:path w="24447" h="16873" extrusionOk="0">
                  <a:moveTo>
                    <a:pt x="24214" y="0"/>
                  </a:moveTo>
                  <a:lnTo>
                    <a:pt x="1" y="16543"/>
                  </a:lnTo>
                  <a:cubicBezTo>
                    <a:pt x="1" y="16620"/>
                    <a:pt x="1" y="16698"/>
                    <a:pt x="78" y="16872"/>
                  </a:cubicBezTo>
                  <a:lnTo>
                    <a:pt x="24446" y="155"/>
                  </a:lnTo>
                  <a:cubicBezTo>
                    <a:pt x="24369" y="78"/>
                    <a:pt x="24291" y="0"/>
                    <a:pt x="2421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34"/>
            <p:cNvSpPr/>
            <p:nvPr/>
          </p:nvSpPr>
          <p:spPr>
            <a:xfrm>
              <a:off x="2945350" y="318975"/>
              <a:ext cx="637775" cy="439750"/>
            </a:xfrm>
            <a:custGeom>
              <a:avLst/>
              <a:gdLst/>
              <a:ahLst/>
              <a:cxnLst/>
              <a:rect l="l" t="t" r="r" b="b"/>
              <a:pathLst>
                <a:path w="25511" h="17590" extrusionOk="0">
                  <a:moveTo>
                    <a:pt x="25279" y="1"/>
                  </a:moveTo>
                  <a:lnTo>
                    <a:pt x="0" y="17357"/>
                  </a:lnTo>
                  <a:cubicBezTo>
                    <a:pt x="0" y="17434"/>
                    <a:pt x="97" y="17512"/>
                    <a:pt x="97" y="17589"/>
                  </a:cubicBezTo>
                  <a:lnTo>
                    <a:pt x="25511" y="156"/>
                  </a:lnTo>
                  <a:cubicBezTo>
                    <a:pt x="25434" y="78"/>
                    <a:pt x="25356" y="78"/>
                    <a:pt x="2527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34"/>
            <p:cNvSpPr/>
            <p:nvPr/>
          </p:nvSpPr>
          <p:spPr>
            <a:xfrm>
              <a:off x="2959875" y="347075"/>
              <a:ext cx="655700" cy="449900"/>
            </a:xfrm>
            <a:custGeom>
              <a:avLst/>
              <a:gdLst/>
              <a:ahLst/>
              <a:cxnLst/>
              <a:rect l="l" t="t" r="r" b="b"/>
              <a:pathLst>
                <a:path w="26228" h="17996" extrusionOk="0">
                  <a:moveTo>
                    <a:pt x="25976" y="0"/>
                  </a:moveTo>
                  <a:lnTo>
                    <a:pt x="0" y="17763"/>
                  </a:lnTo>
                  <a:cubicBezTo>
                    <a:pt x="0" y="17841"/>
                    <a:pt x="78" y="17918"/>
                    <a:pt x="78" y="17996"/>
                  </a:cubicBezTo>
                  <a:lnTo>
                    <a:pt x="26228" y="155"/>
                  </a:lnTo>
                  <a:cubicBezTo>
                    <a:pt x="26150" y="78"/>
                    <a:pt x="26053" y="0"/>
                    <a:pt x="259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34"/>
            <p:cNvSpPr/>
            <p:nvPr/>
          </p:nvSpPr>
          <p:spPr>
            <a:xfrm>
              <a:off x="2977800" y="377575"/>
              <a:ext cx="663925" cy="457650"/>
            </a:xfrm>
            <a:custGeom>
              <a:avLst/>
              <a:gdLst/>
              <a:ahLst/>
              <a:cxnLst/>
              <a:rect l="l" t="t" r="r" b="b"/>
              <a:pathLst>
                <a:path w="26557" h="18306" extrusionOk="0">
                  <a:moveTo>
                    <a:pt x="26402" y="1"/>
                  </a:moveTo>
                  <a:lnTo>
                    <a:pt x="0" y="18073"/>
                  </a:lnTo>
                  <a:cubicBezTo>
                    <a:pt x="0" y="18151"/>
                    <a:pt x="78" y="18228"/>
                    <a:pt x="78" y="18306"/>
                  </a:cubicBezTo>
                  <a:lnTo>
                    <a:pt x="26557" y="156"/>
                  </a:lnTo>
                  <a:cubicBezTo>
                    <a:pt x="26557" y="78"/>
                    <a:pt x="26479" y="1"/>
                    <a:pt x="264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34"/>
            <p:cNvSpPr/>
            <p:nvPr/>
          </p:nvSpPr>
          <p:spPr>
            <a:xfrm>
              <a:off x="2998125" y="409550"/>
              <a:ext cx="669750" cy="460075"/>
            </a:xfrm>
            <a:custGeom>
              <a:avLst/>
              <a:gdLst/>
              <a:ahLst/>
              <a:cxnLst/>
              <a:rect l="l" t="t" r="r" b="b"/>
              <a:pathLst>
                <a:path w="26790" h="18403" extrusionOk="0">
                  <a:moveTo>
                    <a:pt x="26635" y="0"/>
                  </a:moveTo>
                  <a:lnTo>
                    <a:pt x="1" y="18170"/>
                  </a:lnTo>
                  <a:cubicBezTo>
                    <a:pt x="78" y="18247"/>
                    <a:pt x="78" y="18247"/>
                    <a:pt x="78" y="18325"/>
                  </a:cubicBezTo>
                  <a:lnTo>
                    <a:pt x="156" y="18402"/>
                  </a:lnTo>
                  <a:lnTo>
                    <a:pt x="26790" y="174"/>
                  </a:lnTo>
                  <a:cubicBezTo>
                    <a:pt x="26712" y="174"/>
                    <a:pt x="26712" y="78"/>
                    <a:pt x="26712" y="78"/>
                  </a:cubicBezTo>
                  <a:lnTo>
                    <a:pt x="2663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34"/>
            <p:cNvSpPr/>
            <p:nvPr/>
          </p:nvSpPr>
          <p:spPr>
            <a:xfrm>
              <a:off x="3022350" y="443925"/>
              <a:ext cx="665875" cy="458125"/>
            </a:xfrm>
            <a:custGeom>
              <a:avLst/>
              <a:gdLst/>
              <a:ahLst/>
              <a:cxnLst/>
              <a:rect l="l" t="t" r="r" b="b"/>
              <a:pathLst>
                <a:path w="26635" h="18325" extrusionOk="0">
                  <a:moveTo>
                    <a:pt x="26557" y="0"/>
                  </a:moveTo>
                  <a:lnTo>
                    <a:pt x="0" y="18170"/>
                  </a:lnTo>
                  <a:cubicBezTo>
                    <a:pt x="78" y="18247"/>
                    <a:pt x="155" y="18247"/>
                    <a:pt x="155" y="18325"/>
                  </a:cubicBezTo>
                  <a:lnTo>
                    <a:pt x="26634" y="252"/>
                  </a:lnTo>
                  <a:cubicBezTo>
                    <a:pt x="26634" y="155"/>
                    <a:pt x="26557" y="78"/>
                    <a:pt x="265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34"/>
            <p:cNvSpPr/>
            <p:nvPr/>
          </p:nvSpPr>
          <p:spPr>
            <a:xfrm>
              <a:off x="3050425" y="480250"/>
              <a:ext cx="655725" cy="451825"/>
            </a:xfrm>
            <a:custGeom>
              <a:avLst/>
              <a:gdLst/>
              <a:ahLst/>
              <a:cxnLst/>
              <a:rect l="l" t="t" r="r" b="b"/>
              <a:pathLst>
                <a:path w="26229" h="18073" extrusionOk="0">
                  <a:moveTo>
                    <a:pt x="26151" y="0"/>
                  </a:moveTo>
                  <a:lnTo>
                    <a:pt x="1" y="17918"/>
                  </a:lnTo>
                  <a:cubicBezTo>
                    <a:pt x="78" y="17995"/>
                    <a:pt x="156" y="17995"/>
                    <a:pt x="252" y="18073"/>
                  </a:cubicBezTo>
                  <a:lnTo>
                    <a:pt x="26228" y="252"/>
                  </a:lnTo>
                  <a:cubicBezTo>
                    <a:pt x="26228" y="155"/>
                    <a:pt x="26151" y="78"/>
                    <a:pt x="261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34"/>
            <p:cNvSpPr/>
            <p:nvPr/>
          </p:nvSpPr>
          <p:spPr>
            <a:xfrm>
              <a:off x="3082875" y="520425"/>
              <a:ext cx="637300" cy="440225"/>
            </a:xfrm>
            <a:custGeom>
              <a:avLst/>
              <a:gdLst/>
              <a:ahLst/>
              <a:cxnLst/>
              <a:rect l="l" t="t" r="r" b="b"/>
              <a:pathLst>
                <a:path w="25492" h="17609" extrusionOk="0">
                  <a:moveTo>
                    <a:pt x="25414" y="1"/>
                  </a:moveTo>
                  <a:lnTo>
                    <a:pt x="0" y="17434"/>
                  </a:lnTo>
                  <a:cubicBezTo>
                    <a:pt x="78" y="17434"/>
                    <a:pt x="155" y="17531"/>
                    <a:pt x="233" y="17609"/>
                  </a:cubicBezTo>
                  <a:lnTo>
                    <a:pt x="25492" y="253"/>
                  </a:lnTo>
                  <a:cubicBezTo>
                    <a:pt x="25492" y="175"/>
                    <a:pt x="25414" y="98"/>
                    <a:pt x="2541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34"/>
            <p:cNvSpPr/>
            <p:nvPr/>
          </p:nvSpPr>
          <p:spPr>
            <a:xfrm>
              <a:off x="3119200" y="563050"/>
              <a:ext cx="611150" cy="421825"/>
            </a:xfrm>
            <a:custGeom>
              <a:avLst/>
              <a:gdLst/>
              <a:ahLst/>
              <a:cxnLst/>
              <a:rect l="l" t="t" r="r" b="b"/>
              <a:pathLst>
                <a:path w="24446" h="16873" extrusionOk="0">
                  <a:moveTo>
                    <a:pt x="24368" y="1"/>
                  </a:moveTo>
                  <a:lnTo>
                    <a:pt x="0" y="16698"/>
                  </a:lnTo>
                  <a:cubicBezTo>
                    <a:pt x="78" y="16795"/>
                    <a:pt x="155" y="16795"/>
                    <a:pt x="233" y="16872"/>
                  </a:cubicBezTo>
                  <a:lnTo>
                    <a:pt x="24446" y="233"/>
                  </a:lnTo>
                  <a:cubicBezTo>
                    <a:pt x="24446" y="156"/>
                    <a:pt x="24368" y="78"/>
                    <a:pt x="243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34"/>
            <p:cNvSpPr/>
            <p:nvPr/>
          </p:nvSpPr>
          <p:spPr>
            <a:xfrm>
              <a:off x="3159375" y="609550"/>
              <a:ext cx="575325" cy="397600"/>
            </a:xfrm>
            <a:custGeom>
              <a:avLst/>
              <a:gdLst/>
              <a:ahLst/>
              <a:cxnLst/>
              <a:rect l="l" t="t" r="r" b="b"/>
              <a:pathLst>
                <a:path w="23013" h="15904" extrusionOk="0">
                  <a:moveTo>
                    <a:pt x="23013" y="0"/>
                  </a:moveTo>
                  <a:lnTo>
                    <a:pt x="1" y="15729"/>
                  </a:lnTo>
                  <a:cubicBezTo>
                    <a:pt x="78" y="15806"/>
                    <a:pt x="156" y="15806"/>
                    <a:pt x="253" y="15903"/>
                  </a:cubicBezTo>
                  <a:lnTo>
                    <a:pt x="23013" y="233"/>
                  </a:lnTo>
                  <a:lnTo>
                    <a:pt x="2301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34"/>
            <p:cNvSpPr/>
            <p:nvPr/>
          </p:nvSpPr>
          <p:spPr>
            <a:xfrm>
              <a:off x="3203925" y="657975"/>
              <a:ext cx="530775" cy="365150"/>
            </a:xfrm>
            <a:custGeom>
              <a:avLst/>
              <a:gdLst/>
              <a:ahLst/>
              <a:cxnLst/>
              <a:rect l="l" t="t" r="r" b="b"/>
              <a:pathLst>
                <a:path w="21231" h="14606" extrusionOk="0">
                  <a:moveTo>
                    <a:pt x="21231" y="0"/>
                  </a:moveTo>
                  <a:lnTo>
                    <a:pt x="1" y="14528"/>
                  </a:lnTo>
                  <a:cubicBezTo>
                    <a:pt x="156" y="14606"/>
                    <a:pt x="233" y="14606"/>
                    <a:pt x="311" y="14606"/>
                  </a:cubicBezTo>
                  <a:lnTo>
                    <a:pt x="21231" y="310"/>
                  </a:lnTo>
                  <a:lnTo>
                    <a:pt x="2123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34"/>
            <p:cNvSpPr/>
            <p:nvPr/>
          </p:nvSpPr>
          <p:spPr>
            <a:xfrm>
              <a:off x="3256225" y="712200"/>
              <a:ext cx="472200" cy="324975"/>
            </a:xfrm>
            <a:custGeom>
              <a:avLst/>
              <a:gdLst/>
              <a:ahLst/>
              <a:cxnLst/>
              <a:rect l="l" t="t" r="r" b="b"/>
              <a:pathLst>
                <a:path w="18888" h="12999" extrusionOk="0">
                  <a:moveTo>
                    <a:pt x="18887" y="1"/>
                  </a:moveTo>
                  <a:lnTo>
                    <a:pt x="1" y="12921"/>
                  </a:lnTo>
                  <a:cubicBezTo>
                    <a:pt x="156" y="12921"/>
                    <a:pt x="253" y="12998"/>
                    <a:pt x="408" y="12998"/>
                  </a:cubicBezTo>
                  <a:lnTo>
                    <a:pt x="18887" y="330"/>
                  </a:lnTo>
                  <a:lnTo>
                    <a:pt x="1888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34"/>
            <p:cNvSpPr/>
            <p:nvPr/>
          </p:nvSpPr>
          <p:spPr>
            <a:xfrm>
              <a:off x="3318700" y="772750"/>
              <a:ext cx="393725" cy="270725"/>
            </a:xfrm>
            <a:custGeom>
              <a:avLst/>
              <a:gdLst/>
              <a:ahLst/>
              <a:cxnLst/>
              <a:rect l="l" t="t" r="r" b="b"/>
              <a:pathLst>
                <a:path w="15749" h="10829" extrusionOk="0">
                  <a:moveTo>
                    <a:pt x="15749" y="0"/>
                  </a:moveTo>
                  <a:lnTo>
                    <a:pt x="1" y="10828"/>
                  </a:lnTo>
                  <a:lnTo>
                    <a:pt x="485" y="10828"/>
                  </a:lnTo>
                  <a:lnTo>
                    <a:pt x="15671" y="407"/>
                  </a:lnTo>
                  <a:cubicBezTo>
                    <a:pt x="15671" y="252"/>
                    <a:pt x="15749" y="174"/>
                    <a:pt x="157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34"/>
            <p:cNvSpPr/>
            <p:nvPr/>
          </p:nvSpPr>
          <p:spPr>
            <a:xfrm>
              <a:off x="3399575" y="845375"/>
              <a:ext cx="280425" cy="191800"/>
            </a:xfrm>
            <a:custGeom>
              <a:avLst/>
              <a:gdLst/>
              <a:ahLst/>
              <a:cxnLst/>
              <a:rect l="l" t="t" r="r" b="b"/>
              <a:pathLst>
                <a:path w="11217" h="7672" extrusionOk="0">
                  <a:moveTo>
                    <a:pt x="11216" y="1"/>
                  </a:moveTo>
                  <a:lnTo>
                    <a:pt x="1" y="7671"/>
                  </a:lnTo>
                  <a:cubicBezTo>
                    <a:pt x="233" y="7594"/>
                    <a:pt x="407" y="7594"/>
                    <a:pt x="562" y="7594"/>
                  </a:cubicBezTo>
                  <a:lnTo>
                    <a:pt x="10887" y="485"/>
                  </a:lnTo>
                  <a:cubicBezTo>
                    <a:pt x="10984" y="330"/>
                    <a:pt x="11061" y="175"/>
                    <a:pt x="1121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192" name="Google Shape;219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0350" y="766000"/>
            <a:ext cx="2413750" cy="3620626"/>
          </a:xfrm>
          <a:prstGeom prst="rect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_1">
    <p:bg>
      <p:bgPr>
        <a:gradFill>
          <a:gsLst>
            <a:gs pos="0">
              <a:schemeClr val="lt2"/>
            </a:gs>
            <a:gs pos="11000">
              <a:schemeClr val="lt2"/>
            </a:gs>
            <a:gs pos="49000">
              <a:schemeClr val="accent2"/>
            </a:gs>
            <a:gs pos="75000">
              <a:schemeClr val="lt2"/>
            </a:gs>
            <a:gs pos="100000">
              <a:schemeClr val="accent1"/>
            </a:gs>
          </a:gsLst>
          <a:lin ang="8099331" scaled="0"/>
        </a:gradFill>
        <a:effectLst/>
      </p:bgPr>
    </p:bg>
    <p:spTree>
      <p:nvGrpSpPr>
        <p:cNvPr id="1" name="Shape 2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4" name="Google Shape;2194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993300" y="-1993300"/>
            <a:ext cx="5152625" cy="91392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95" name="Google Shape;2195;p35"/>
          <p:cNvGrpSpPr/>
          <p:nvPr/>
        </p:nvGrpSpPr>
        <p:grpSpPr>
          <a:xfrm>
            <a:off x="-943205" y="812288"/>
            <a:ext cx="1656312" cy="1660374"/>
            <a:chOff x="2929375" y="236175"/>
            <a:chExt cx="805325" cy="807300"/>
          </a:xfrm>
        </p:grpSpPr>
        <p:sp>
          <p:nvSpPr>
            <p:cNvPr id="2196" name="Google Shape;2196;p35"/>
            <p:cNvSpPr/>
            <p:nvPr/>
          </p:nvSpPr>
          <p:spPr>
            <a:xfrm>
              <a:off x="2986025" y="241975"/>
              <a:ext cx="280400" cy="191800"/>
            </a:xfrm>
            <a:custGeom>
              <a:avLst/>
              <a:gdLst/>
              <a:ahLst/>
              <a:cxnLst/>
              <a:rect l="l" t="t" r="r" b="b"/>
              <a:pathLst>
                <a:path w="11216" h="7672" extrusionOk="0">
                  <a:moveTo>
                    <a:pt x="11216" y="1"/>
                  </a:moveTo>
                  <a:cubicBezTo>
                    <a:pt x="10964" y="1"/>
                    <a:pt x="10809" y="98"/>
                    <a:pt x="10577" y="98"/>
                  </a:cubicBezTo>
                  <a:lnTo>
                    <a:pt x="310" y="7110"/>
                  </a:lnTo>
                  <a:cubicBezTo>
                    <a:pt x="233" y="7265"/>
                    <a:pt x="155" y="7439"/>
                    <a:pt x="0" y="7672"/>
                  </a:cubicBezTo>
                  <a:lnTo>
                    <a:pt x="1121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35"/>
            <p:cNvSpPr/>
            <p:nvPr/>
          </p:nvSpPr>
          <p:spPr>
            <a:xfrm>
              <a:off x="2951650" y="236175"/>
              <a:ext cx="395650" cy="270250"/>
            </a:xfrm>
            <a:custGeom>
              <a:avLst/>
              <a:gdLst/>
              <a:ahLst/>
              <a:cxnLst/>
              <a:rect l="l" t="t" r="r" b="b"/>
              <a:pathLst>
                <a:path w="15826" h="10810" extrusionOk="0">
                  <a:moveTo>
                    <a:pt x="15341" y="1"/>
                  </a:moveTo>
                  <a:lnTo>
                    <a:pt x="155" y="10402"/>
                  </a:lnTo>
                  <a:cubicBezTo>
                    <a:pt x="155" y="10499"/>
                    <a:pt x="78" y="10654"/>
                    <a:pt x="0" y="10809"/>
                  </a:cubicBezTo>
                  <a:lnTo>
                    <a:pt x="158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35"/>
            <p:cNvSpPr/>
            <p:nvPr/>
          </p:nvSpPr>
          <p:spPr>
            <a:xfrm>
              <a:off x="2935650" y="241975"/>
              <a:ext cx="472175" cy="324975"/>
            </a:xfrm>
            <a:custGeom>
              <a:avLst/>
              <a:gdLst/>
              <a:ahLst/>
              <a:cxnLst/>
              <a:rect l="l" t="t" r="r" b="b"/>
              <a:pathLst>
                <a:path w="18887" h="12999" extrusionOk="0">
                  <a:moveTo>
                    <a:pt x="18558" y="1"/>
                  </a:moveTo>
                  <a:lnTo>
                    <a:pt x="78" y="12689"/>
                  </a:lnTo>
                  <a:cubicBezTo>
                    <a:pt x="78" y="12766"/>
                    <a:pt x="78" y="12844"/>
                    <a:pt x="1" y="12999"/>
                  </a:cubicBezTo>
                  <a:lnTo>
                    <a:pt x="18887" y="98"/>
                  </a:lnTo>
                  <a:cubicBezTo>
                    <a:pt x="18790" y="1"/>
                    <a:pt x="18713" y="1"/>
                    <a:pt x="1855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35"/>
            <p:cNvSpPr/>
            <p:nvPr/>
          </p:nvSpPr>
          <p:spPr>
            <a:xfrm>
              <a:off x="2929375" y="254100"/>
              <a:ext cx="530750" cy="367575"/>
            </a:xfrm>
            <a:custGeom>
              <a:avLst/>
              <a:gdLst/>
              <a:ahLst/>
              <a:cxnLst/>
              <a:rect l="l" t="t" r="r" b="b"/>
              <a:pathLst>
                <a:path w="21230" h="14703" extrusionOk="0">
                  <a:moveTo>
                    <a:pt x="20978" y="0"/>
                  </a:moveTo>
                  <a:lnTo>
                    <a:pt x="77" y="14373"/>
                  </a:lnTo>
                  <a:cubicBezTo>
                    <a:pt x="77" y="14451"/>
                    <a:pt x="0" y="14528"/>
                    <a:pt x="0" y="14702"/>
                  </a:cubicBezTo>
                  <a:lnTo>
                    <a:pt x="21230" y="97"/>
                  </a:lnTo>
                  <a:cubicBezTo>
                    <a:pt x="21152" y="97"/>
                    <a:pt x="21075" y="97"/>
                    <a:pt x="209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35"/>
            <p:cNvSpPr/>
            <p:nvPr/>
          </p:nvSpPr>
          <p:spPr>
            <a:xfrm>
              <a:off x="2929375" y="272500"/>
              <a:ext cx="577250" cy="397600"/>
            </a:xfrm>
            <a:custGeom>
              <a:avLst/>
              <a:gdLst/>
              <a:ahLst/>
              <a:cxnLst/>
              <a:rect l="l" t="t" r="r" b="b"/>
              <a:pathLst>
                <a:path w="23090" h="15904" extrusionOk="0">
                  <a:moveTo>
                    <a:pt x="22838" y="0"/>
                  </a:moveTo>
                  <a:lnTo>
                    <a:pt x="0" y="15574"/>
                  </a:lnTo>
                  <a:cubicBezTo>
                    <a:pt x="77" y="15729"/>
                    <a:pt x="77" y="15826"/>
                    <a:pt x="77" y="15903"/>
                  </a:cubicBezTo>
                  <a:lnTo>
                    <a:pt x="23089" y="155"/>
                  </a:lnTo>
                  <a:cubicBezTo>
                    <a:pt x="23012" y="78"/>
                    <a:pt x="22915" y="78"/>
                    <a:pt x="228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35"/>
            <p:cNvSpPr/>
            <p:nvPr/>
          </p:nvSpPr>
          <p:spPr>
            <a:xfrm>
              <a:off x="2935650" y="294775"/>
              <a:ext cx="611175" cy="421825"/>
            </a:xfrm>
            <a:custGeom>
              <a:avLst/>
              <a:gdLst/>
              <a:ahLst/>
              <a:cxnLst/>
              <a:rect l="l" t="t" r="r" b="b"/>
              <a:pathLst>
                <a:path w="24447" h="16873" extrusionOk="0">
                  <a:moveTo>
                    <a:pt x="24214" y="0"/>
                  </a:moveTo>
                  <a:lnTo>
                    <a:pt x="1" y="16543"/>
                  </a:lnTo>
                  <a:cubicBezTo>
                    <a:pt x="1" y="16620"/>
                    <a:pt x="1" y="16698"/>
                    <a:pt x="78" y="16872"/>
                  </a:cubicBezTo>
                  <a:lnTo>
                    <a:pt x="24446" y="155"/>
                  </a:lnTo>
                  <a:cubicBezTo>
                    <a:pt x="24369" y="78"/>
                    <a:pt x="24291" y="0"/>
                    <a:pt x="2421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35"/>
            <p:cNvSpPr/>
            <p:nvPr/>
          </p:nvSpPr>
          <p:spPr>
            <a:xfrm>
              <a:off x="2945350" y="318975"/>
              <a:ext cx="637775" cy="439750"/>
            </a:xfrm>
            <a:custGeom>
              <a:avLst/>
              <a:gdLst/>
              <a:ahLst/>
              <a:cxnLst/>
              <a:rect l="l" t="t" r="r" b="b"/>
              <a:pathLst>
                <a:path w="25511" h="17590" extrusionOk="0">
                  <a:moveTo>
                    <a:pt x="25279" y="1"/>
                  </a:moveTo>
                  <a:lnTo>
                    <a:pt x="0" y="17357"/>
                  </a:lnTo>
                  <a:cubicBezTo>
                    <a:pt x="0" y="17434"/>
                    <a:pt x="97" y="17512"/>
                    <a:pt x="97" y="17589"/>
                  </a:cubicBezTo>
                  <a:lnTo>
                    <a:pt x="25511" y="156"/>
                  </a:lnTo>
                  <a:cubicBezTo>
                    <a:pt x="25434" y="78"/>
                    <a:pt x="25356" y="78"/>
                    <a:pt x="2527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35"/>
            <p:cNvSpPr/>
            <p:nvPr/>
          </p:nvSpPr>
          <p:spPr>
            <a:xfrm>
              <a:off x="2959875" y="347075"/>
              <a:ext cx="655700" cy="449900"/>
            </a:xfrm>
            <a:custGeom>
              <a:avLst/>
              <a:gdLst/>
              <a:ahLst/>
              <a:cxnLst/>
              <a:rect l="l" t="t" r="r" b="b"/>
              <a:pathLst>
                <a:path w="26228" h="17996" extrusionOk="0">
                  <a:moveTo>
                    <a:pt x="25976" y="0"/>
                  </a:moveTo>
                  <a:lnTo>
                    <a:pt x="0" y="17763"/>
                  </a:lnTo>
                  <a:cubicBezTo>
                    <a:pt x="0" y="17841"/>
                    <a:pt x="78" y="17918"/>
                    <a:pt x="78" y="17996"/>
                  </a:cubicBezTo>
                  <a:lnTo>
                    <a:pt x="26228" y="155"/>
                  </a:lnTo>
                  <a:cubicBezTo>
                    <a:pt x="26150" y="78"/>
                    <a:pt x="26053" y="0"/>
                    <a:pt x="259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35"/>
            <p:cNvSpPr/>
            <p:nvPr/>
          </p:nvSpPr>
          <p:spPr>
            <a:xfrm>
              <a:off x="2977800" y="377575"/>
              <a:ext cx="663925" cy="457650"/>
            </a:xfrm>
            <a:custGeom>
              <a:avLst/>
              <a:gdLst/>
              <a:ahLst/>
              <a:cxnLst/>
              <a:rect l="l" t="t" r="r" b="b"/>
              <a:pathLst>
                <a:path w="26557" h="18306" extrusionOk="0">
                  <a:moveTo>
                    <a:pt x="26402" y="1"/>
                  </a:moveTo>
                  <a:lnTo>
                    <a:pt x="0" y="18073"/>
                  </a:lnTo>
                  <a:cubicBezTo>
                    <a:pt x="0" y="18151"/>
                    <a:pt x="78" y="18228"/>
                    <a:pt x="78" y="18306"/>
                  </a:cubicBezTo>
                  <a:lnTo>
                    <a:pt x="26557" y="156"/>
                  </a:lnTo>
                  <a:cubicBezTo>
                    <a:pt x="26557" y="78"/>
                    <a:pt x="26479" y="1"/>
                    <a:pt x="264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35"/>
            <p:cNvSpPr/>
            <p:nvPr/>
          </p:nvSpPr>
          <p:spPr>
            <a:xfrm>
              <a:off x="2998125" y="409550"/>
              <a:ext cx="669750" cy="460075"/>
            </a:xfrm>
            <a:custGeom>
              <a:avLst/>
              <a:gdLst/>
              <a:ahLst/>
              <a:cxnLst/>
              <a:rect l="l" t="t" r="r" b="b"/>
              <a:pathLst>
                <a:path w="26790" h="18403" extrusionOk="0">
                  <a:moveTo>
                    <a:pt x="26635" y="0"/>
                  </a:moveTo>
                  <a:lnTo>
                    <a:pt x="1" y="18170"/>
                  </a:lnTo>
                  <a:cubicBezTo>
                    <a:pt x="78" y="18247"/>
                    <a:pt x="78" y="18247"/>
                    <a:pt x="78" y="18325"/>
                  </a:cubicBezTo>
                  <a:lnTo>
                    <a:pt x="156" y="18402"/>
                  </a:lnTo>
                  <a:lnTo>
                    <a:pt x="26790" y="174"/>
                  </a:lnTo>
                  <a:cubicBezTo>
                    <a:pt x="26712" y="174"/>
                    <a:pt x="26712" y="78"/>
                    <a:pt x="26712" y="78"/>
                  </a:cubicBezTo>
                  <a:lnTo>
                    <a:pt x="2663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35"/>
            <p:cNvSpPr/>
            <p:nvPr/>
          </p:nvSpPr>
          <p:spPr>
            <a:xfrm>
              <a:off x="3022350" y="443925"/>
              <a:ext cx="665875" cy="458125"/>
            </a:xfrm>
            <a:custGeom>
              <a:avLst/>
              <a:gdLst/>
              <a:ahLst/>
              <a:cxnLst/>
              <a:rect l="l" t="t" r="r" b="b"/>
              <a:pathLst>
                <a:path w="26635" h="18325" extrusionOk="0">
                  <a:moveTo>
                    <a:pt x="26557" y="0"/>
                  </a:moveTo>
                  <a:lnTo>
                    <a:pt x="0" y="18170"/>
                  </a:lnTo>
                  <a:cubicBezTo>
                    <a:pt x="78" y="18247"/>
                    <a:pt x="155" y="18247"/>
                    <a:pt x="155" y="18325"/>
                  </a:cubicBezTo>
                  <a:lnTo>
                    <a:pt x="26634" y="252"/>
                  </a:lnTo>
                  <a:cubicBezTo>
                    <a:pt x="26634" y="155"/>
                    <a:pt x="26557" y="78"/>
                    <a:pt x="265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35"/>
            <p:cNvSpPr/>
            <p:nvPr/>
          </p:nvSpPr>
          <p:spPr>
            <a:xfrm>
              <a:off x="3050425" y="480250"/>
              <a:ext cx="655725" cy="451825"/>
            </a:xfrm>
            <a:custGeom>
              <a:avLst/>
              <a:gdLst/>
              <a:ahLst/>
              <a:cxnLst/>
              <a:rect l="l" t="t" r="r" b="b"/>
              <a:pathLst>
                <a:path w="26229" h="18073" extrusionOk="0">
                  <a:moveTo>
                    <a:pt x="26151" y="0"/>
                  </a:moveTo>
                  <a:lnTo>
                    <a:pt x="1" y="17918"/>
                  </a:lnTo>
                  <a:cubicBezTo>
                    <a:pt x="78" y="17995"/>
                    <a:pt x="156" y="17995"/>
                    <a:pt x="252" y="18073"/>
                  </a:cubicBezTo>
                  <a:lnTo>
                    <a:pt x="26228" y="252"/>
                  </a:lnTo>
                  <a:cubicBezTo>
                    <a:pt x="26228" y="155"/>
                    <a:pt x="26151" y="78"/>
                    <a:pt x="261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35"/>
            <p:cNvSpPr/>
            <p:nvPr/>
          </p:nvSpPr>
          <p:spPr>
            <a:xfrm>
              <a:off x="3082875" y="520425"/>
              <a:ext cx="637300" cy="440225"/>
            </a:xfrm>
            <a:custGeom>
              <a:avLst/>
              <a:gdLst/>
              <a:ahLst/>
              <a:cxnLst/>
              <a:rect l="l" t="t" r="r" b="b"/>
              <a:pathLst>
                <a:path w="25492" h="17609" extrusionOk="0">
                  <a:moveTo>
                    <a:pt x="25414" y="1"/>
                  </a:moveTo>
                  <a:lnTo>
                    <a:pt x="0" y="17434"/>
                  </a:lnTo>
                  <a:cubicBezTo>
                    <a:pt x="78" y="17434"/>
                    <a:pt x="155" y="17531"/>
                    <a:pt x="233" y="17609"/>
                  </a:cubicBezTo>
                  <a:lnTo>
                    <a:pt x="25492" y="253"/>
                  </a:lnTo>
                  <a:cubicBezTo>
                    <a:pt x="25492" y="175"/>
                    <a:pt x="25414" y="98"/>
                    <a:pt x="2541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35"/>
            <p:cNvSpPr/>
            <p:nvPr/>
          </p:nvSpPr>
          <p:spPr>
            <a:xfrm>
              <a:off x="3119200" y="563050"/>
              <a:ext cx="611150" cy="421825"/>
            </a:xfrm>
            <a:custGeom>
              <a:avLst/>
              <a:gdLst/>
              <a:ahLst/>
              <a:cxnLst/>
              <a:rect l="l" t="t" r="r" b="b"/>
              <a:pathLst>
                <a:path w="24446" h="16873" extrusionOk="0">
                  <a:moveTo>
                    <a:pt x="24368" y="1"/>
                  </a:moveTo>
                  <a:lnTo>
                    <a:pt x="0" y="16698"/>
                  </a:lnTo>
                  <a:cubicBezTo>
                    <a:pt x="78" y="16795"/>
                    <a:pt x="155" y="16795"/>
                    <a:pt x="233" y="16872"/>
                  </a:cubicBezTo>
                  <a:lnTo>
                    <a:pt x="24446" y="233"/>
                  </a:lnTo>
                  <a:cubicBezTo>
                    <a:pt x="24446" y="156"/>
                    <a:pt x="24368" y="78"/>
                    <a:pt x="243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35"/>
            <p:cNvSpPr/>
            <p:nvPr/>
          </p:nvSpPr>
          <p:spPr>
            <a:xfrm>
              <a:off x="3159375" y="609550"/>
              <a:ext cx="575325" cy="397600"/>
            </a:xfrm>
            <a:custGeom>
              <a:avLst/>
              <a:gdLst/>
              <a:ahLst/>
              <a:cxnLst/>
              <a:rect l="l" t="t" r="r" b="b"/>
              <a:pathLst>
                <a:path w="23013" h="15904" extrusionOk="0">
                  <a:moveTo>
                    <a:pt x="23013" y="0"/>
                  </a:moveTo>
                  <a:lnTo>
                    <a:pt x="1" y="15729"/>
                  </a:lnTo>
                  <a:cubicBezTo>
                    <a:pt x="78" y="15806"/>
                    <a:pt x="156" y="15806"/>
                    <a:pt x="253" y="15903"/>
                  </a:cubicBezTo>
                  <a:lnTo>
                    <a:pt x="23013" y="233"/>
                  </a:lnTo>
                  <a:lnTo>
                    <a:pt x="2301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35"/>
            <p:cNvSpPr/>
            <p:nvPr/>
          </p:nvSpPr>
          <p:spPr>
            <a:xfrm>
              <a:off x="3203925" y="657975"/>
              <a:ext cx="530775" cy="365150"/>
            </a:xfrm>
            <a:custGeom>
              <a:avLst/>
              <a:gdLst/>
              <a:ahLst/>
              <a:cxnLst/>
              <a:rect l="l" t="t" r="r" b="b"/>
              <a:pathLst>
                <a:path w="21231" h="14606" extrusionOk="0">
                  <a:moveTo>
                    <a:pt x="21231" y="0"/>
                  </a:moveTo>
                  <a:lnTo>
                    <a:pt x="1" y="14528"/>
                  </a:lnTo>
                  <a:cubicBezTo>
                    <a:pt x="156" y="14606"/>
                    <a:pt x="233" y="14606"/>
                    <a:pt x="311" y="14606"/>
                  </a:cubicBezTo>
                  <a:lnTo>
                    <a:pt x="21231" y="310"/>
                  </a:lnTo>
                  <a:lnTo>
                    <a:pt x="2123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35"/>
            <p:cNvSpPr/>
            <p:nvPr/>
          </p:nvSpPr>
          <p:spPr>
            <a:xfrm>
              <a:off x="3256225" y="712200"/>
              <a:ext cx="472200" cy="324975"/>
            </a:xfrm>
            <a:custGeom>
              <a:avLst/>
              <a:gdLst/>
              <a:ahLst/>
              <a:cxnLst/>
              <a:rect l="l" t="t" r="r" b="b"/>
              <a:pathLst>
                <a:path w="18888" h="12999" extrusionOk="0">
                  <a:moveTo>
                    <a:pt x="18887" y="1"/>
                  </a:moveTo>
                  <a:lnTo>
                    <a:pt x="1" y="12921"/>
                  </a:lnTo>
                  <a:cubicBezTo>
                    <a:pt x="156" y="12921"/>
                    <a:pt x="253" y="12998"/>
                    <a:pt x="408" y="12998"/>
                  </a:cubicBezTo>
                  <a:lnTo>
                    <a:pt x="18887" y="330"/>
                  </a:lnTo>
                  <a:lnTo>
                    <a:pt x="1888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35"/>
            <p:cNvSpPr/>
            <p:nvPr/>
          </p:nvSpPr>
          <p:spPr>
            <a:xfrm>
              <a:off x="3318700" y="772750"/>
              <a:ext cx="393725" cy="270725"/>
            </a:xfrm>
            <a:custGeom>
              <a:avLst/>
              <a:gdLst/>
              <a:ahLst/>
              <a:cxnLst/>
              <a:rect l="l" t="t" r="r" b="b"/>
              <a:pathLst>
                <a:path w="15749" h="10829" extrusionOk="0">
                  <a:moveTo>
                    <a:pt x="15749" y="0"/>
                  </a:moveTo>
                  <a:lnTo>
                    <a:pt x="1" y="10828"/>
                  </a:lnTo>
                  <a:lnTo>
                    <a:pt x="485" y="10828"/>
                  </a:lnTo>
                  <a:lnTo>
                    <a:pt x="15671" y="407"/>
                  </a:lnTo>
                  <a:cubicBezTo>
                    <a:pt x="15671" y="252"/>
                    <a:pt x="15749" y="174"/>
                    <a:pt x="157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35"/>
            <p:cNvSpPr/>
            <p:nvPr/>
          </p:nvSpPr>
          <p:spPr>
            <a:xfrm>
              <a:off x="3399575" y="845375"/>
              <a:ext cx="280425" cy="191800"/>
            </a:xfrm>
            <a:custGeom>
              <a:avLst/>
              <a:gdLst/>
              <a:ahLst/>
              <a:cxnLst/>
              <a:rect l="l" t="t" r="r" b="b"/>
              <a:pathLst>
                <a:path w="11217" h="7672" extrusionOk="0">
                  <a:moveTo>
                    <a:pt x="11216" y="1"/>
                  </a:moveTo>
                  <a:lnTo>
                    <a:pt x="1" y="7671"/>
                  </a:lnTo>
                  <a:cubicBezTo>
                    <a:pt x="233" y="7594"/>
                    <a:pt x="407" y="7594"/>
                    <a:pt x="562" y="7594"/>
                  </a:cubicBezTo>
                  <a:lnTo>
                    <a:pt x="10887" y="485"/>
                  </a:lnTo>
                  <a:cubicBezTo>
                    <a:pt x="10984" y="330"/>
                    <a:pt x="11061" y="175"/>
                    <a:pt x="1121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15" name="Google Shape;2215;p35"/>
          <p:cNvGrpSpPr/>
          <p:nvPr/>
        </p:nvGrpSpPr>
        <p:grpSpPr>
          <a:xfrm>
            <a:off x="8236250" y="4715075"/>
            <a:ext cx="538025" cy="157800"/>
            <a:chOff x="2575325" y="1348650"/>
            <a:chExt cx="538025" cy="157800"/>
          </a:xfrm>
        </p:grpSpPr>
        <p:sp>
          <p:nvSpPr>
            <p:cNvPr id="2216" name="Google Shape;2216;p35"/>
            <p:cNvSpPr/>
            <p:nvPr/>
          </p:nvSpPr>
          <p:spPr>
            <a:xfrm>
              <a:off x="2575325" y="1348650"/>
              <a:ext cx="157800" cy="157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35"/>
            <p:cNvSpPr/>
            <p:nvPr/>
          </p:nvSpPr>
          <p:spPr>
            <a:xfrm>
              <a:off x="2765438" y="1348650"/>
              <a:ext cx="157800" cy="157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35"/>
            <p:cNvSpPr/>
            <p:nvPr/>
          </p:nvSpPr>
          <p:spPr>
            <a:xfrm>
              <a:off x="2955550" y="1348650"/>
              <a:ext cx="157800" cy="157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19" name="Google Shape;2219;p35"/>
          <p:cNvGrpSpPr/>
          <p:nvPr/>
        </p:nvGrpSpPr>
        <p:grpSpPr>
          <a:xfrm>
            <a:off x="7735464" y="-403388"/>
            <a:ext cx="925310" cy="943383"/>
            <a:chOff x="595389" y="1761100"/>
            <a:chExt cx="925310" cy="943383"/>
          </a:xfrm>
        </p:grpSpPr>
        <p:cxnSp>
          <p:nvCxnSpPr>
            <p:cNvPr id="2220" name="Google Shape;2220;p35"/>
            <p:cNvCxnSpPr/>
            <p:nvPr/>
          </p:nvCxnSpPr>
          <p:spPr>
            <a:xfrm>
              <a:off x="790199" y="2065118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21" name="Google Shape;2221;p35"/>
            <p:cNvCxnSpPr/>
            <p:nvPr/>
          </p:nvCxnSpPr>
          <p:spPr>
            <a:xfrm>
              <a:off x="595389" y="2117083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22" name="Google Shape;2222;p35"/>
            <p:cNvCxnSpPr/>
            <p:nvPr/>
          </p:nvCxnSpPr>
          <p:spPr>
            <a:xfrm>
              <a:off x="656919" y="1761100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223" name="Google Shape;2223;p35"/>
          <p:cNvGrpSpPr/>
          <p:nvPr/>
        </p:nvGrpSpPr>
        <p:grpSpPr>
          <a:xfrm>
            <a:off x="-577711" y="3820875"/>
            <a:ext cx="925310" cy="943383"/>
            <a:chOff x="595389" y="1761100"/>
            <a:chExt cx="925310" cy="943383"/>
          </a:xfrm>
        </p:grpSpPr>
        <p:cxnSp>
          <p:nvCxnSpPr>
            <p:cNvPr id="2224" name="Google Shape;2224;p35"/>
            <p:cNvCxnSpPr/>
            <p:nvPr/>
          </p:nvCxnSpPr>
          <p:spPr>
            <a:xfrm>
              <a:off x="790199" y="2065118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25" name="Google Shape;2225;p35"/>
            <p:cNvCxnSpPr/>
            <p:nvPr/>
          </p:nvCxnSpPr>
          <p:spPr>
            <a:xfrm>
              <a:off x="595389" y="2117083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26" name="Google Shape;2226;p35"/>
            <p:cNvCxnSpPr/>
            <p:nvPr/>
          </p:nvCxnSpPr>
          <p:spPr>
            <a:xfrm>
              <a:off x="656919" y="1761100"/>
              <a:ext cx="730500" cy="58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227" name="Google Shape;2227;p35"/>
          <p:cNvGrpSpPr/>
          <p:nvPr/>
        </p:nvGrpSpPr>
        <p:grpSpPr>
          <a:xfrm>
            <a:off x="305597" y="213225"/>
            <a:ext cx="1584577" cy="196549"/>
            <a:chOff x="750197" y="155825"/>
            <a:chExt cx="1584577" cy="196549"/>
          </a:xfrm>
        </p:grpSpPr>
        <p:sp>
          <p:nvSpPr>
            <p:cNvPr id="2228" name="Google Shape;2228;p35"/>
            <p:cNvSpPr/>
            <p:nvPr/>
          </p:nvSpPr>
          <p:spPr>
            <a:xfrm rot="-5400000">
              <a:off x="2093744" y="299443"/>
              <a:ext cx="52930" cy="52930"/>
            </a:xfrm>
            <a:custGeom>
              <a:avLst/>
              <a:gdLst/>
              <a:ahLst/>
              <a:cxnLst/>
              <a:rect l="l" t="t" r="r" b="b"/>
              <a:pathLst>
                <a:path w="1221" h="1221" extrusionOk="0">
                  <a:moveTo>
                    <a:pt x="659" y="0"/>
                  </a:moveTo>
                  <a:cubicBezTo>
                    <a:pt x="252" y="0"/>
                    <a:pt x="0" y="252"/>
                    <a:pt x="0" y="640"/>
                  </a:cubicBezTo>
                  <a:cubicBezTo>
                    <a:pt x="0" y="969"/>
                    <a:pt x="252" y="1221"/>
                    <a:pt x="659" y="1221"/>
                  </a:cubicBezTo>
                  <a:cubicBezTo>
                    <a:pt x="969" y="1221"/>
                    <a:pt x="1221" y="969"/>
                    <a:pt x="1221" y="640"/>
                  </a:cubicBezTo>
                  <a:cubicBezTo>
                    <a:pt x="1221" y="252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35"/>
            <p:cNvSpPr/>
            <p:nvPr/>
          </p:nvSpPr>
          <p:spPr>
            <a:xfrm rot="-5400000">
              <a:off x="1915294" y="299855"/>
              <a:ext cx="52930" cy="52107"/>
            </a:xfrm>
            <a:custGeom>
              <a:avLst/>
              <a:gdLst/>
              <a:ahLst/>
              <a:cxnLst/>
              <a:rect l="l" t="t" r="r" b="b"/>
              <a:pathLst>
                <a:path w="1221" h="1202" extrusionOk="0">
                  <a:moveTo>
                    <a:pt x="659" y="1"/>
                  </a:moveTo>
                  <a:cubicBezTo>
                    <a:pt x="252" y="1"/>
                    <a:pt x="0" y="233"/>
                    <a:pt x="0" y="563"/>
                  </a:cubicBezTo>
                  <a:cubicBezTo>
                    <a:pt x="0" y="969"/>
                    <a:pt x="252" y="1202"/>
                    <a:pt x="659" y="1202"/>
                  </a:cubicBezTo>
                  <a:cubicBezTo>
                    <a:pt x="969" y="1202"/>
                    <a:pt x="1221" y="969"/>
                    <a:pt x="1221" y="563"/>
                  </a:cubicBezTo>
                  <a:cubicBezTo>
                    <a:pt x="1221" y="233"/>
                    <a:pt x="969" y="1"/>
                    <a:pt x="6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35"/>
            <p:cNvSpPr/>
            <p:nvPr/>
          </p:nvSpPr>
          <p:spPr>
            <a:xfrm rot="-5400000">
              <a:off x="1735196" y="297753"/>
              <a:ext cx="52930" cy="56312"/>
            </a:xfrm>
            <a:custGeom>
              <a:avLst/>
              <a:gdLst/>
              <a:ahLst/>
              <a:cxnLst/>
              <a:rect l="l" t="t" r="r" b="b"/>
              <a:pathLst>
                <a:path w="1221" h="1299" extrusionOk="0">
                  <a:moveTo>
                    <a:pt x="659" y="0"/>
                  </a:moveTo>
                  <a:cubicBezTo>
                    <a:pt x="252" y="0"/>
                    <a:pt x="0" y="330"/>
                    <a:pt x="0" y="640"/>
                  </a:cubicBezTo>
                  <a:cubicBezTo>
                    <a:pt x="0" y="969"/>
                    <a:pt x="252" y="1298"/>
                    <a:pt x="659" y="1298"/>
                  </a:cubicBezTo>
                  <a:cubicBezTo>
                    <a:pt x="969" y="1298"/>
                    <a:pt x="1221" y="969"/>
                    <a:pt x="1221" y="640"/>
                  </a:cubicBezTo>
                  <a:cubicBezTo>
                    <a:pt x="1221" y="330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35"/>
            <p:cNvSpPr/>
            <p:nvPr/>
          </p:nvSpPr>
          <p:spPr>
            <a:xfrm rot="-5400000">
              <a:off x="1556334" y="297753"/>
              <a:ext cx="52930" cy="56312"/>
            </a:xfrm>
            <a:custGeom>
              <a:avLst/>
              <a:gdLst/>
              <a:ahLst/>
              <a:cxnLst/>
              <a:rect l="l" t="t" r="r" b="b"/>
              <a:pathLst>
                <a:path w="1221" h="1299" extrusionOk="0">
                  <a:moveTo>
                    <a:pt x="659" y="0"/>
                  </a:moveTo>
                  <a:cubicBezTo>
                    <a:pt x="252" y="0"/>
                    <a:pt x="0" y="330"/>
                    <a:pt x="0" y="659"/>
                  </a:cubicBezTo>
                  <a:cubicBezTo>
                    <a:pt x="0" y="969"/>
                    <a:pt x="252" y="1298"/>
                    <a:pt x="659" y="1298"/>
                  </a:cubicBezTo>
                  <a:cubicBezTo>
                    <a:pt x="969" y="1298"/>
                    <a:pt x="1221" y="969"/>
                    <a:pt x="1221" y="659"/>
                  </a:cubicBezTo>
                  <a:cubicBezTo>
                    <a:pt x="1221" y="330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35"/>
            <p:cNvSpPr/>
            <p:nvPr/>
          </p:nvSpPr>
          <p:spPr>
            <a:xfrm rot="-5400000">
              <a:off x="1378296" y="297753"/>
              <a:ext cx="52930" cy="56312"/>
            </a:xfrm>
            <a:custGeom>
              <a:avLst/>
              <a:gdLst/>
              <a:ahLst/>
              <a:cxnLst/>
              <a:rect l="l" t="t" r="r" b="b"/>
              <a:pathLst>
                <a:path w="1221" h="1299" extrusionOk="0">
                  <a:moveTo>
                    <a:pt x="659" y="1"/>
                  </a:moveTo>
                  <a:cubicBezTo>
                    <a:pt x="252" y="1"/>
                    <a:pt x="0" y="330"/>
                    <a:pt x="0" y="640"/>
                  </a:cubicBezTo>
                  <a:cubicBezTo>
                    <a:pt x="0" y="969"/>
                    <a:pt x="252" y="1299"/>
                    <a:pt x="659" y="1299"/>
                  </a:cubicBezTo>
                  <a:cubicBezTo>
                    <a:pt x="969" y="1299"/>
                    <a:pt x="1221" y="969"/>
                    <a:pt x="1221" y="640"/>
                  </a:cubicBezTo>
                  <a:cubicBezTo>
                    <a:pt x="1221" y="330"/>
                    <a:pt x="969" y="1"/>
                    <a:pt x="6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35"/>
            <p:cNvSpPr/>
            <p:nvPr/>
          </p:nvSpPr>
          <p:spPr>
            <a:xfrm rot="-5400000">
              <a:off x="1197765" y="299422"/>
              <a:ext cx="52930" cy="52974"/>
            </a:xfrm>
            <a:custGeom>
              <a:avLst/>
              <a:gdLst/>
              <a:ahLst/>
              <a:cxnLst/>
              <a:rect l="l" t="t" r="r" b="b"/>
              <a:pathLst>
                <a:path w="1221" h="1222" extrusionOk="0">
                  <a:moveTo>
                    <a:pt x="659" y="1"/>
                  </a:moveTo>
                  <a:cubicBezTo>
                    <a:pt x="252" y="1"/>
                    <a:pt x="0" y="253"/>
                    <a:pt x="0" y="660"/>
                  </a:cubicBezTo>
                  <a:cubicBezTo>
                    <a:pt x="0" y="970"/>
                    <a:pt x="252" y="1221"/>
                    <a:pt x="659" y="1221"/>
                  </a:cubicBezTo>
                  <a:cubicBezTo>
                    <a:pt x="969" y="1221"/>
                    <a:pt x="1221" y="970"/>
                    <a:pt x="1221" y="660"/>
                  </a:cubicBezTo>
                  <a:cubicBezTo>
                    <a:pt x="1221" y="253"/>
                    <a:pt x="969" y="1"/>
                    <a:pt x="6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35"/>
            <p:cNvSpPr/>
            <p:nvPr/>
          </p:nvSpPr>
          <p:spPr>
            <a:xfrm rot="-5400000">
              <a:off x="1019336" y="299855"/>
              <a:ext cx="52930" cy="52107"/>
            </a:xfrm>
            <a:custGeom>
              <a:avLst/>
              <a:gdLst/>
              <a:ahLst/>
              <a:cxnLst/>
              <a:rect l="l" t="t" r="r" b="b"/>
              <a:pathLst>
                <a:path w="1221" h="1202" extrusionOk="0">
                  <a:moveTo>
                    <a:pt x="659" y="0"/>
                  </a:moveTo>
                  <a:cubicBezTo>
                    <a:pt x="252" y="0"/>
                    <a:pt x="0" y="233"/>
                    <a:pt x="0" y="640"/>
                  </a:cubicBezTo>
                  <a:cubicBezTo>
                    <a:pt x="0" y="969"/>
                    <a:pt x="252" y="1201"/>
                    <a:pt x="659" y="1201"/>
                  </a:cubicBezTo>
                  <a:cubicBezTo>
                    <a:pt x="969" y="1201"/>
                    <a:pt x="1221" y="969"/>
                    <a:pt x="1221" y="640"/>
                  </a:cubicBezTo>
                  <a:cubicBezTo>
                    <a:pt x="1221" y="233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35"/>
            <p:cNvSpPr/>
            <p:nvPr/>
          </p:nvSpPr>
          <p:spPr>
            <a:xfrm rot="-5400000">
              <a:off x="840886" y="299443"/>
              <a:ext cx="52930" cy="52930"/>
            </a:xfrm>
            <a:custGeom>
              <a:avLst/>
              <a:gdLst/>
              <a:ahLst/>
              <a:cxnLst/>
              <a:rect l="l" t="t" r="r" b="b"/>
              <a:pathLst>
                <a:path w="1221" h="1221" extrusionOk="0">
                  <a:moveTo>
                    <a:pt x="659" y="1"/>
                  </a:moveTo>
                  <a:cubicBezTo>
                    <a:pt x="252" y="1"/>
                    <a:pt x="0" y="252"/>
                    <a:pt x="0" y="582"/>
                  </a:cubicBezTo>
                  <a:cubicBezTo>
                    <a:pt x="0" y="969"/>
                    <a:pt x="252" y="1221"/>
                    <a:pt x="659" y="1221"/>
                  </a:cubicBezTo>
                  <a:cubicBezTo>
                    <a:pt x="969" y="1221"/>
                    <a:pt x="1221" y="969"/>
                    <a:pt x="1221" y="582"/>
                  </a:cubicBezTo>
                  <a:cubicBezTo>
                    <a:pt x="1221" y="252"/>
                    <a:pt x="969" y="1"/>
                    <a:pt x="6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35"/>
            <p:cNvSpPr/>
            <p:nvPr/>
          </p:nvSpPr>
          <p:spPr>
            <a:xfrm rot="-5400000">
              <a:off x="2181051" y="155825"/>
              <a:ext cx="56312" cy="56312"/>
            </a:xfrm>
            <a:custGeom>
              <a:avLst/>
              <a:gdLst/>
              <a:ahLst/>
              <a:cxnLst/>
              <a:rect l="l" t="t" r="r" b="b"/>
              <a:pathLst>
                <a:path w="1299" h="1299" extrusionOk="0">
                  <a:moveTo>
                    <a:pt x="640" y="1"/>
                  </a:moveTo>
                  <a:cubicBezTo>
                    <a:pt x="330" y="1"/>
                    <a:pt x="0" y="330"/>
                    <a:pt x="0" y="659"/>
                  </a:cubicBezTo>
                  <a:cubicBezTo>
                    <a:pt x="0" y="969"/>
                    <a:pt x="330" y="1299"/>
                    <a:pt x="640" y="1299"/>
                  </a:cubicBezTo>
                  <a:cubicBezTo>
                    <a:pt x="969" y="1299"/>
                    <a:pt x="1298" y="969"/>
                    <a:pt x="1298" y="659"/>
                  </a:cubicBezTo>
                  <a:cubicBezTo>
                    <a:pt x="1298" y="330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35"/>
            <p:cNvSpPr/>
            <p:nvPr/>
          </p:nvSpPr>
          <p:spPr>
            <a:xfrm rot="-5400000">
              <a:off x="2000953" y="157927"/>
              <a:ext cx="56312" cy="52107"/>
            </a:xfrm>
            <a:custGeom>
              <a:avLst/>
              <a:gdLst/>
              <a:ahLst/>
              <a:cxnLst/>
              <a:rect l="l" t="t" r="r" b="b"/>
              <a:pathLst>
                <a:path w="1299" h="1202" extrusionOk="0">
                  <a:moveTo>
                    <a:pt x="640" y="0"/>
                  </a:moveTo>
                  <a:cubicBezTo>
                    <a:pt x="330" y="0"/>
                    <a:pt x="0" y="233"/>
                    <a:pt x="0" y="640"/>
                  </a:cubicBezTo>
                  <a:cubicBezTo>
                    <a:pt x="0" y="969"/>
                    <a:pt x="330" y="1201"/>
                    <a:pt x="640" y="1201"/>
                  </a:cubicBezTo>
                  <a:cubicBezTo>
                    <a:pt x="969" y="1201"/>
                    <a:pt x="1298" y="969"/>
                    <a:pt x="1298" y="640"/>
                  </a:cubicBezTo>
                  <a:cubicBezTo>
                    <a:pt x="1298" y="233"/>
                    <a:pt x="969" y="0"/>
                    <a:pt x="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35"/>
            <p:cNvSpPr/>
            <p:nvPr/>
          </p:nvSpPr>
          <p:spPr>
            <a:xfrm rot="-5400000">
              <a:off x="1822503" y="157515"/>
              <a:ext cx="56312" cy="52930"/>
            </a:xfrm>
            <a:custGeom>
              <a:avLst/>
              <a:gdLst/>
              <a:ahLst/>
              <a:cxnLst/>
              <a:rect l="l" t="t" r="r" b="b"/>
              <a:pathLst>
                <a:path w="1299" h="1221" extrusionOk="0">
                  <a:moveTo>
                    <a:pt x="640" y="0"/>
                  </a:moveTo>
                  <a:cubicBezTo>
                    <a:pt x="330" y="0"/>
                    <a:pt x="0" y="252"/>
                    <a:pt x="0" y="562"/>
                  </a:cubicBezTo>
                  <a:cubicBezTo>
                    <a:pt x="0" y="969"/>
                    <a:pt x="330" y="1221"/>
                    <a:pt x="640" y="1221"/>
                  </a:cubicBezTo>
                  <a:cubicBezTo>
                    <a:pt x="969" y="1221"/>
                    <a:pt x="1298" y="969"/>
                    <a:pt x="1298" y="562"/>
                  </a:cubicBezTo>
                  <a:cubicBezTo>
                    <a:pt x="1298" y="252"/>
                    <a:pt x="969" y="0"/>
                    <a:pt x="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35"/>
            <p:cNvSpPr/>
            <p:nvPr/>
          </p:nvSpPr>
          <p:spPr>
            <a:xfrm rot="-5400000">
              <a:off x="1644053" y="157927"/>
              <a:ext cx="56312" cy="52107"/>
            </a:xfrm>
            <a:custGeom>
              <a:avLst/>
              <a:gdLst/>
              <a:ahLst/>
              <a:cxnLst/>
              <a:rect l="l" t="t" r="r" b="b"/>
              <a:pathLst>
                <a:path w="1299" h="1202" extrusionOk="0">
                  <a:moveTo>
                    <a:pt x="640" y="1"/>
                  </a:moveTo>
                  <a:cubicBezTo>
                    <a:pt x="330" y="1"/>
                    <a:pt x="0" y="233"/>
                    <a:pt x="0" y="563"/>
                  </a:cubicBezTo>
                  <a:cubicBezTo>
                    <a:pt x="0" y="969"/>
                    <a:pt x="330" y="1202"/>
                    <a:pt x="640" y="1202"/>
                  </a:cubicBezTo>
                  <a:cubicBezTo>
                    <a:pt x="969" y="1202"/>
                    <a:pt x="1298" y="969"/>
                    <a:pt x="1298" y="563"/>
                  </a:cubicBezTo>
                  <a:cubicBezTo>
                    <a:pt x="1298" y="233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35"/>
            <p:cNvSpPr/>
            <p:nvPr/>
          </p:nvSpPr>
          <p:spPr>
            <a:xfrm rot="-5400000">
              <a:off x="1463955" y="155825"/>
              <a:ext cx="56312" cy="56312"/>
            </a:xfrm>
            <a:custGeom>
              <a:avLst/>
              <a:gdLst/>
              <a:ahLst/>
              <a:cxnLst/>
              <a:rect l="l" t="t" r="r" b="b"/>
              <a:pathLst>
                <a:path w="1299" h="1299" extrusionOk="0">
                  <a:moveTo>
                    <a:pt x="640" y="0"/>
                  </a:moveTo>
                  <a:cubicBezTo>
                    <a:pt x="330" y="0"/>
                    <a:pt x="0" y="330"/>
                    <a:pt x="0" y="640"/>
                  </a:cubicBezTo>
                  <a:cubicBezTo>
                    <a:pt x="0" y="969"/>
                    <a:pt x="330" y="1298"/>
                    <a:pt x="640" y="1298"/>
                  </a:cubicBezTo>
                  <a:cubicBezTo>
                    <a:pt x="969" y="1298"/>
                    <a:pt x="1298" y="969"/>
                    <a:pt x="1298" y="640"/>
                  </a:cubicBezTo>
                  <a:cubicBezTo>
                    <a:pt x="1298" y="330"/>
                    <a:pt x="969" y="0"/>
                    <a:pt x="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35"/>
            <p:cNvSpPr/>
            <p:nvPr/>
          </p:nvSpPr>
          <p:spPr>
            <a:xfrm rot="-5400000">
              <a:off x="1285505" y="156237"/>
              <a:ext cx="56312" cy="55488"/>
            </a:xfrm>
            <a:custGeom>
              <a:avLst/>
              <a:gdLst/>
              <a:ahLst/>
              <a:cxnLst/>
              <a:rect l="l" t="t" r="r" b="b"/>
              <a:pathLst>
                <a:path w="1299" h="1280" extrusionOk="0">
                  <a:moveTo>
                    <a:pt x="640" y="1"/>
                  </a:moveTo>
                  <a:cubicBezTo>
                    <a:pt x="330" y="1"/>
                    <a:pt x="0" y="311"/>
                    <a:pt x="0" y="640"/>
                  </a:cubicBezTo>
                  <a:cubicBezTo>
                    <a:pt x="0" y="969"/>
                    <a:pt x="330" y="1279"/>
                    <a:pt x="640" y="1279"/>
                  </a:cubicBezTo>
                  <a:cubicBezTo>
                    <a:pt x="969" y="1279"/>
                    <a:pt x="1298" y="969"/>
                    <a:pt x="1298" y="640"/>
                  </a:cubicBezTo>
                  <a:cubicBezTo>
                    <a:pt x="1298" y="311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35"/>
            <p:cNvSpPr/>
            <p:nvPr/>
          </p:nvSpPr>
          <p:spPr>
            <a:xfrm rot="-5400000">
              <a:off x="1107055" y="155825"/>
              <a:ext cx="56312" cy="56312"/>
            </a:xfrm>
            <a:custGeom>
              <a:avLst/>
              <a:gdLst/>
              <a:ahLst/>
              <a:cxnLst/>
              <a:rect l="l" t="t" r="r" b="b"/>
              <a:pathLst>
                <a:path w="1299" h="1299" extrusionOk="0">
                  <a:moveTo>
                    <a:pt x="640" y="1"/>
                  </a:moveTo>
                  <a:cubicBezTo>
                    <a:pt x="330" y="1"/>
                    <a:pt x="0" y="330"/>
                    <a:pt x="0" y="640"/>
                  </a:cubicBezTo>
                  <a:cubicBezTo>
                    <a:pt x="0" y="970"/>
                    <a:pt x="330" y="1299"/>
                    <a:pt x="640" y="1299"/>
                  </a:cubicBezTo>
                  <a:cubicBezTo>
                    <a:pt x="969" y="1299"/>
                    <a:pt x="1298" y="970"/>
                    <a:pt x="1298" y="640"/>
                  </a:cubicBezTo>
                  <a:cubicBezTo>
                    <a:pt x="1298" y="330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35"/>
            <p:cNvSpPr/>
            <p:nvPr/>
          </p:nvSpPr>
          <p:spPr>
            <a:xfrm rot="-5400000">
              <a:off x="926957" y="157927"/>
              <a:ext cx="56312" cy="52107"/>
            </a:xfrm>
            <a:custGeom>
              <a:avLst/>
              <a:gdLst/>
              <a:ahLst/>
              <a:cxnLst/>
              <a:rect l="l" t="t" r="r" b="b"/>
              <a:pathLst>
                <a:path w="1299" h="1202" extrusionOk="0">
                  <a:moveTo>
                    <a:pt x="640" y="0"/>
                  </a:moveTo>
                  <a:cubicBezTo>
                    <a:pt x="330" y="0"/>
                    <a:pt x="0" y="233"/>
                    <a:pt x="0" y="640"/>
                  </a:cubicBezTo>
                  <a:cubicBezTo>
                    <a:pt x="0" y="969"/>
                    <a:pt x="330" y="1201"/>
                    <a:pt x="640" y="1201"/>
                  </a:cubicBezTo>
                  <a:cubicBezTo>
                    <a:pt x="969" y="1201"/>
                    <a:pt x="1298" y="969"/>
                    <a:pt x="1298" y="640"/>
                  </a:cubicBezTo>
                  <a:cubicBezTo>
                    <a:pt x="1298" y="233"/>
                    <a:pt x="969" y="0"/>
                    <a:pt x="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35"/>
            <p:cNvSpPr/>
            <p:nvPr/>
          </p:nvSpPr>
          <p:spPr>
            <a:xfrm rot="-5400000">
              <a:off x="748507" y="157515"/>
              <a:ext cx="56312" cy="52930"/>
            </a:xfrm>
            <a:custGeom>
              <a:avLst/>
              <a:gdLst/>
              <a:ahLst/>
              <a:cxnLst/>
              <a:rect l="l" t="t" r="r" b="b"/>
              <a:pathLst>
                <a:path w="1299" h="1221" extrusionOk="0">
                  <a:moveTo>
                    <a:pt x="640" y="1"/>
                  </a:moveTo>
                  <a:cubicBezTo>
                    <a:pt x="330" y="1"/>
                    <a:pt x="0" y="252"/>
                    <a:pt x="0" y="562"/>
                  </a:cubicBezTo>
                  <a:cubicBezTo>
                    <a:pt x="0" y="969"/>
                    <a:pt x="330" y="1221"/>
                    <a:pt x="640" y="1221"/>
                  </a:cubicBezTo>
                  <a:cubicBezTo>
                    <a:pt x="969" y="1221"/>
                    <a:pt x="1298" y="969"/>
                    <a:pt x="1298" y="562"/>
                  </a:cubicBezTo>
                  <a:cubicBezTo>
                    <a:pt x="1298" y="252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35"/>
            <p:cNvSpPr/>
            <p:nvPr/>
          </p:nvSpPr>
          <p:spPr>
            <a:xfrm rot="-5400000">
              <a:off x="2281844" y="299443"/>
              <a:ext cx="52930" cy="52930"/>
            </a:xfrm>
            <a:custGeom>
              <a:avLst/>
              <a:gdLst/>
              <a:ahLst/>
              <a:cxnLst/>
              <a:rect l="l" t="t" r="r" b="b"/>
              <a:pathLst>
                <a:path w="1221" h="1221" extrusionOk="0">
                  <a:moveTo>
                    <a:pt x="659" y="0"/>
                  </a:moveTo>
                  <a:cubicBezTo>
                    <a:pt x="252" y="0"/>
                    <a:pt x="0" y="252"/>
                    <a:pt x="0" y="640"/>
                  </a:cubicBezTo>
                  <a:cubicBezTo>
                    <a:pt x="0" y="969"/>
                    <a:pt x="252" y="1221"/>
                    <a:pt x="659" y="1221"/>
                  </a:cubicBezTo>
                  <a:cubicBezTo>
                    <a:pt x="969" y="1221"/>
                    <a:pt x="1221" y="969"/>
                    <a:pt x="1221" y="640"/>
                  </a:cubicBezTo>
                  <a:cubicBezTo>
                    <a:pt x="1221" y="252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46" name="Google Shape;2246;p35"/>
          <p:cNvGrpSpPr/>
          <p:nvPr/>
        </p:nvGrpSpPr>
        <p:grpSpPr>
          <a:xfrm>
            <a:off x="8313670" y="2728488"/>
            <a:ext cx="1656312" cy="1660374"/>
            <a:chOff x="2929375" y="236175"/>
            <a:chExt cx="805325" cy="807300"/>
          </a:xfrm>
        </p:grpSpPr>
        <p:sp>
          <p:nvSpPr>
            <p:cNvPr id="2247" name="Google Shape;2247;p35"/>
            <p:cNvSpPr/>
            <p:nvPr/>
          </p:nvSpPr>
          <p:spPr>
            <a:xfrm>
              <a:off x="2986025" y="241975"/>
              <a:ext cx="280400" cy="191800"/>
            </a:xfrm>
            <a:custGeom>
              <a:avLst/>
              <a:gdLst/>
              <a:ahLst/>
              <a:cxnLst/>
              <a:rect l="l" t="t" r="r" b="b"/>
              <a:pathLst>
                <a:path w="11216" h="7672" extrusionOk="0">
                  <a:moveTo>
                    <a:pt x="11216" y="1"/>
                  </a:moveTo>
                  <a:cubicBezTo>
                    <a:pt x="10964" y="1"/>
                    <a:pt x="10809" y="98"/>
                    <a:pt x="10577" y="98"/>
                  </a:cubicBezTo>
                  <a:lnTo>
                    <a:pt x="310" y="7110"/>
                  </a:lnTo>
                  <a:cubicBezTo>
                    <a:pt x="233" y="7265"/>
                    <a:pt x="155" y="7439"/>
                    <a:pt x="0" y="7672"/>
                  </a:cubicBezTo>
                  <a:lnTo>
                    <a:pt x="1121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35"/>
            <p:cNvSpPr/>
            <p:nvPr/>
          </p:nvSpPr>
          <p:spPr>
            <a:xfrm>
              <a:off x="2951650" y="236175"/>
              <a:ext cx="395650" cy="270250"/>
            </a:xfrm>
            <a:custGeom>
              <a:avLst/>
              <a:gdLst/>
              <a:ahLst/>
              <a:cxnLst/>
              <a:rect l="l" t="t" r="r" b="b"/>
              <a:pathLst>
                <a:path w="15826" h="10810" extrusionOk="0">
                  <a:moveTo>
                    <a:pt x="15341" y="1"/>
                  </a:moveTo>
                  <a:lnTo>
                    <a:pt x="155" y="10402"/>
                  </a:lnTo>
                  <a:cubicBezTo>
                    <a:pt x="155" y="10499"/>
                    <a:pt x="78" y="10654"/>
                    <a:pt x="0" y="10809"/>
                  </a:cubicBezTo>
                  <a:lnTo>
                    <a:pt x="158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35"/>
            <p:cNvSpPr/>
            <p:nvPr/>
          </p:nvSpPr>
          <p:spPr>
            <a:xfrm>
              <a:off x="2935650" y="241975"/>
              <a:ext cx="472175" cy="324975"/>
            </a:xfrm>
            <a:custGeom>
              <a:avLst/>
              <a:gdLst/>
              <a:ahLst/>
              <a:cxnLst/>
              <a:rect l="l" t="t" r="r" b="b"/>
              <a:pathLst>
                <a:path w="18887" h="12999" extrusionOk="0">
                  <a:moveTo>
                    <a:pt x="18558" y="1"/>
                  </a:moveTo>
                  <a:lnTo>
                    <a:pt x="78" y="12689"/>
                  </a:lnTo>
                  <a:cubicBezTo>
                    <a:pt x="78" y="12766"/>
                    <a:pt x="78" y="12844"/>
                    <a:pt x="1" y="12999"/>
                  </a:cubicBezTo>
                  <a:lnTo>
                    <a:pt x="18887" y="98"/>
                  </a:lnTo>
                  <a:cubicBezTo>
                    <a:pt x="18790" y="1"/>
                    <a:pt x="18713" y="1"/>
                    <a:pt x="1855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35"/>
            <p:cNvSpPr/>
            <p:nvPr/>
          </p:nvSpPr>
          <p:spPr>
            <a:xfrm>
              <a:off x="2929375" y="254100"/>
              <a:ext cx="530750" cy="367575"/>
            </a:xfrm>
            <a:custGeom>
              <a:avLst/>
              <a:gdLst/>
              <a:ahLst/>
              <a:cxnLst/>
              <a:rect l="l" t="t" r="r" b="b"/>
              <a:pathLst>
                <a:path w="21230" h="14703" extrusionOk="0">
                  <a:moveTo>
                    <a:pt x="20978" y="0"/>
                  </a:moveTo>
                  <a:lnTo>
                    <a:pt x="77" y="14373"/>
                  </a:lnTo>
                  <a:cubicBezTo>
                    <a:pt x="77" y="14451"/>
                    <a:pt x="0" y="14528"/>
                    <a:pt x="0" y="14702"/>
                  </a:cubicBezTo>
                  <a:lnTo>
                    <a:pt x="21230" y="97"/>
                  </a:lnTo>
                  <a:cubicBezTo>
                    <a:pt x="21152" y="97"/>
                    <a:pt x="21075" y="97"/>
                    <a:pt x="209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35"/>
            <p:cNvSpPr/>
            <p:nvPr/>
          </p:nvSpPr>
          <p:spPr>
            <a:xfrm>
              <a:off x="2929375" y="272500"/>
              <a:ext cx="577250" cy="397600"/>
            </a:xfrm>
            <a:custGeom>
              <a:avLst/>
              <a:gdLst/>
              <a:ahLst/>
              <a:cxnLst/>
              <a:rect l="l" t="t" r="r" b="b"/>
              <a:pathLst>
                <a:path w="23090" h="15904" extrusionOk="0">
                  <a:moveTo>
                    <a:pt x="22838" y="0"/>
                  </a:moveTo>
                  <a:lnTo>
                    <a:pt x="0" y="15574"/>
                  </a:lnTo>
                  <a:cubicBezTo>
                    <a:pt x="77" y="15729"/>
                    <a:pt x="77" y="15826"/>
                    <a:pt x="77" y="15903"/>
                  </a:cubicBezTo>
                  <a:lnTo>
                    <a:pt x="23089" y="155"/>
                  </a:lnTo>
                  <a:cubicBezTo>
                    <a:pt x="23012" y="78"/>
                    <a:pt x="22915" y="78"/>
                    <a:pt x="228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35"/>
            <p:cNvSpPr/>
            <p:nvPr/>
          </p:nvSpPr>
          <p:spPr>
            <a:xfrm>
              <a:off x="2935650" y="294775"/>
              <a:ext cx="611175" cy="421825"/>
            </a:xfrm>
            <a:custGeom>
              <a:avLst/>
              <a:gdLst/>
              <a:ahLst/>
              <a:cxnLst/>
              <a:rect l="l" t="t" r="r" b="b"/>
              <a:pathLst>
                <a:path w="24447" h="16873" extrusionOk="0">
                  <a:moveTo>
                    <a:pt x="24214" y="0"/>
                  </a:moveTo>
                  <a:lnTo>
                    <a:pt x="1" y="16543"/>
                  </a:lnTo>
                  <a:cubicBezTo>
                    <a:pt x="1" y="16620"/>
                    <a:pt x="1" y="16698"/>
                    <a:pt x="78" y="16872"/>
                  </a:cubicBezTo>
                  <a:lnTo>
                    <a:pt x="24446" y="155"/>
                  </a:lnTo>
                  <a:cubicBezTo>
                    <a:pt x="24369" y="78"/>
                    <a:pt x="24291" y="0"/>
                    <a:pt x="2421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35"/>
            <p:cNvSpPr/>
            <p:nvPr/>
          </p:nvSpPr>
          <p:spPr>
            <a:xfrm>
              <a:off x="2945350" y="318975"/>
              <a:ext cx="637775" cy="439750"/>
            </a:xfrm>
            <a:custGeom>
              <a:avLst/>
              <a:gdLst/>
              <a:ahLst/>
              <a:cxnLst/>
              <a:rect l="l" t="t" r="r" b="b"/>
              <a:pathLst>
                <a:path w="25511" h="17590" extrusionOk="0">
                  <a:moveTo>
                    <a:pt x="25279" y="1"/>
                  </a:moveTo>
                  <a:lnTo>
                    <a:pt x="0" y="17357"/>
                  </a:lnTo>
                  <a:cubicBezTo>
                    <a:pt x="0" y="17434"/>
                    <a:pt x="97" y="17512"/>
                    <a:pt x="97" y="17589"/>
                  </a:cubicBezTo>
                  <a:lnTo>
                    <a:pt x="25511" y="156"/>
                  </a:lnTo>
                  <a:cubicBezTo>
                    <a:pt x="25434" y="78"/>
                    <a:pt x="25356" y="78"/>
                    <a:pt x="2527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35"/>
            <p:cNvSpPr/>
            <p:nvPr/>
          </p:nvSpPr>
          <p:spPr>
            <a:xfrm>
              <a:off x="2959875" y="347075"/>
              <a:ext cx="655700" cy="449900"/>
            </a:xfrm>
            <a:custGeom>
              <a:avLst/>
              <a:gdLst/>
              <a:ahLst/>
              <a:cxnLst/>
              <a:rect l="l" t="t" r="r" b="b"/>
              <a:pathLst>
                <a:path w="26228" h="17996" extrusionOk="0">
                  <a:moveTo>
                    <a:pt x="25976" y="0"/>
                  </a:moveTo>
                  <a:lnTo>
                    <a:pt x="0" y="17763"/>
                  </a:lnTo>
                  <a:cubicBezTo>
                    <a:pt x="0" y="17841"/>
                    <a:pt x="78" y="17918"/>
                    <a:pt x="78" y="17996"/>
                  </a:cubicBezTo>
                  <a:lnTo>
                    <a:pt x="26228" y="155"/>
                  </a:lnTo>
                  <a:cubicBezTo>
                    <a:pt x="26150" y="78"/>
                    <a:pt x="26053" y="0"/>
                    <a:pt x="259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35"/>
            <p:cNvSpPr/>
            <p:nvPr/>
          </p:nvSpPr>
          <p:spPr>
            <a:xfrm>
              <a:off x="2977800" y="377575"/>
              <a:ext cx="663925" cy="457650"/>
            </a:xfrm>
            <a:custGeom>
              <a:avLst/>
              <a:gdLst/>
              <a:ahLst/>
              <a:cxnLst/>
              <a:rect l="l" t="t" r="r" b="b"/>
              <a:pathLst>
                <a:path w="26557" h="18306" extrusionOk="0">
                  <a:moveTo>
                    <a:pt x="26402" y="1"/>
                  </a:moveTo>
                  <a:lnTo>
                    <a:pt x="0" y="18073"/>
                  </a:lnTo>
                  <a:cubicBezTo>
                    <a:pt x="0" y="18151"/>
                    <a:pt x="78" y="18228"/>
                    <a:pt x="78" y="18306"/>
                  </a:cubicBezTo>
                  <a:lnTo>
                    <a:pt x="26557" y="156"/>
                  </a:lnTo>
                  <a:cubicBezTo>
                    <a:pt x="26557" y="78"/>
                    <a:pt x="26479" y="1"/>
                    <a:pt x="264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35"/>
            <p:cNvSpPr/>
            <p:nvPr/>
          </p:nvSpPr>
          <p:spPr>
            <a:xfrm>
              <a:off x="2998125" y="409550"/>
              <a:ext cx="669750" cy="460075"/>
            </a:xfrm>
            <a:custGeom>
              <a:avLst/>
              <a:gdLst/>
              <a:ahLst/>
              <a:cxnLst/>
              <a:rect l="l" t="t" r="r" b="b"/>
              <a:pathLst>
                <a:path w="26790" h="18403" extrusionOk="0">
                  <a:moveTo>
                    <a:pt x="26635" y="0"/>
                  </a:moveTo>
                  <a:lnTo>
                    <a:pt x="1" y="18170"/>
                  </a:lnTo>
                  <a:cubicBezTo>
                    <a:pt x="78" y="18247"/>
                    <a:pt x="78" y="18247"/>
                    <a:pt x="78" y="18325"/>
                  </a:cubicBezTo>
                  <a:lnTo>
                    <a:pt x="156" y="18402"/>
                  </a:lnTo>
                  <a:lnTo>
                    <a:pt x="26790" y="174"/>
                  </a:lnTo>
                  <a:cubicBezTo>
                    <a:pt x="26712" y="174"/>
                    <a:pt x="26712" y="78"/>
                    <a:pt x="26712" y="78"/>
                  </a:cubicBezTo>
                  <a:lnTo>
                    <a:pt x="2663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35"/>
            <p:cNvSpPr/>
            <p:nvPr/>
          </p:nvSpPr>
          <p:spPr>
            <a:xfrm>
              <a:off x="3022350" y="443925"/>
              <a:ext cx="665875" cy="458125"/>
            </a:xfrm>
            <a:custGeom>
              <a:avLst/>
              <a:gdLst/>
              <a:ahLst/>
              <a:cxnLst/>
              <a:rect l="l" t="t" r="r" b="b"/>
              <a:pathLst>
                <a:path w="26635" h="18325" extrusionOk="0">
                  <a:moveTo>
                    <a:pt x="26557" y="0"/>
                  </a:moveTo>
                  <a:lnTo>
                    <a:pt x="0" y="18170"/>
                  </a:lnTo>
                  <a:cubicBezTo>
                    <a:pt x="78" y="18247"/>
                    <a:pt x="155" y="18247"/>
                    <a:pt x="155" y="18325"/>
                  </a:cubicBezTo>
                  <a:lnTo>
                    <a:pt x="26634" y="252"/>
                  </a:lnTo>
                  <a:cubicBezTo>
                    <a:pt x="26634" y="155"/>
                    <a:pt x="26557" y="78"/>
                    <a:pt x="265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35"/>
            <p:cNvSpPr/>
            <p:nvPr/>
          </p:nvSpPr>
          <p:spPr>
            <a:xfrm>
              <a:off x="3050425" y="480250"/>
              <a:ext cx="655725" cy="451825"/>
            </a:xfrm>
            <a:custGeom>
              <a:avLst/>
              <a:gdLst/>
              <a:ahLst/>
              <a:cxnLst/>
              <a:rect l="l" t="t" r="r" b="b"/>
              <a:pathLst>
                <a:path w="26229" h="18073" extrusionOk="0">
                  <a:moveTo>
                    <a:pt x="26151" y="0"/>
                  </a:moveTo>
                  <a:lnTo>
                    <a:pt x="1" y="17918"/>
                  </a:lnTo>
                  <a:cubicBezTo>
                    <a:pt x="78" y="17995"/>
                    <a:pt x="156" y="17995"/>
                    <a:pt x="252" y="18073"/>
                  </a:cubicBezTo>
                  <a:lnTo>
                    <a:pt x="26228" y="252"/>
                  </a:lnTo>
                  <a:cubicBezTo>
                    <a:pt x="26228" y="155"/>
                    <a:pt x="26151" y="78"/>
                    <a:pt x="261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35"/>
            <p:cNvSpPr/>
            <p:nvPr/>
          </p:nvSpPr>
          <p:spPr>
            <a:xfrm>
              <a:off x="3082875" y="520425"/>
              <a:ext cx="637300" cy="440225"/>
            </a:xfrm>
            <a:custGeom>
              <a:avLst/>
              <a:gdLst/>
              <a:ahLst/>
              <a:cxnLst/>
              <a:rect l="l" t="t" r="r" b="b"/>
              <a:pathLst>
                <a:path w="25492" h="17609" extrusionOk="0">
                  <a:moveTo>
                    <a:pt x="25414" y="1"/>
                  </a:moveTo>
                  <a:lnTo>
                    <a:pt x="0" y="17434"/>
                  </a:lnTo>
                  <a:cubicBezTo>
                    <a:pt x="78" y="17434"/>
                    <a:pt x="155" y="17531"/>
                    <a:pt x="233" y="17609"/>
                  </a:cubicBezTo>
                  <a:lnTo>
                    <a:pt x="25492" y="253"/>
                  </a:lnTo>
                  <a:cubicBezTo>
                    <a:pt x="25492" y="175"/>
                    <a:pt x="25414" y="98"/>
                    <a:pt x="2541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35"/>
            <p:cNvSpPr/>
            <p:nvPr/>
          </p:nvSpPr>
          <p:spPr>
            <a:xfrm>
              <a:off x="3119200" y="563050"/>
              <a:ext cx="611150" cy="421825"/>
            </a:xfrm>
            <a:custGeom>
              <a:avLst/>
              <a:gdLst/>
              <a:ahLst/>
              <a:cxnLst/>
              <a:rect l="l" t="t" r="r" b="b"/>
              <a:pathLst>
                <a:path w="24446" h="16873" extrusionOk="0">
                  <a:moveTo>
                    <a:pt x="24368" y="1"/>
                  </a:moveTo>
                  <a:lnTo>
                    <a:pt x="0" y="16698"/>
                  </a:lnTo>
                  <a:cubicBezTo>
                    <a:pt x="78" y="16795"/>
                    <a:pt x="155" y="16795"/>
                    <a:pt x="233" y="16872"/>
                  </a:cubicBezTo>
                  <a:lnTo>
                    <a:pt x="24446" y="233"/>
                  </a:lnTo>
                  <a:cubicBezTo>
                    <a:pt x="24446" y="156"/>
                    <a:pt x="24368" y="78"/>
                    <a:pt x="243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35"/>
            <p:cNvSpPr/>
            <p:nvPr/>
          </p:nvSpPr>
          <p:spPr>
            <a:xfrm>
              <a:off x="3159375" y="609550"/>
              <a:ext cx="575325" cy="397600"/>
            </a:xfrm>
            <a:custGeom>
              <a:avLst/>
              <a:gdLst/>
              <a:ahLst/>
              <a:cxnLst/>
              <a:rect l="l" t="t" r="r" b="b"/>
              <a:pathLst>
                <a:path w="23013" h="15904" extrusionOk="0">
                  <a:moveTo>
                    <a:pt x="23013" y="0"/>
                  </a:moveTo>
                  <a:lnTo>
                    <a:pt x="1" y="15729"/>
                  </a:lnTo>
                  <a:cubicBezTo>
                    <a:pt x="78" y="15806"/>
                    <a:pt x="156" y="15806"/>
                    <a:pt x="253" y="15903"/>
                  </a:cubicBezTo>
                  <a:lnTo>
                    <a:pt x="23013" y="233"/>
                  </a:lnTo>
                  <a:lnTo>
                    <a:pt x="2301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35"/>
            <p:cNvSpPr/>
            <p:nvPr/>
          </p:nvSpPr>
          <p:spPr>
            <a:xfrm>
              <a:off x="3203925" y="657975"/>
              <a:ext cx="530775" cy="365150"/>
            </a:xfrm>
            <a:custGeom>
              <a:avLst/>
              <a:gdLst/>
              <a:ahLst/>
              <a:cxnLst/>
              <a:rect l="l" t="t" r="r" b="b"/>
              <a:pathLst>
                <a:path w="21231" h="14606" extrusionOk="0">
                  <a:moveTo>
                    <a:pt x="21231" y="0"/>
                  </a:moveTo>
                  <a:lnTo>
                    <a:pt x="1" y="14528"/>
                  </a:lnTo>
                  <a:cubicBezTo>
                    <a:pt x="156" y="14606"/>
                    <a:pt x="233" y="14606"/>
                    <a:pt x="311" y="14606"/>
                  </a:cubicBezTo>
                  <a:lnTo>
                    <a:pt x="21231" y="310"/>
                  </a:lnTo>
                  <a:lnTo>
                    <a:pt x="2123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35"/>
            <p:cNvSpPr/>
            <p:nvPr/>
          </p:nvSpPr>
          <p:spPr>
            <a:xfrm>
              <a:off x="3256225" y="712200"/>
              <a:ext cx="472200" cy="324975"/>
            </a:xfrm>
            <a:custGeom>
              <a:avLst/>
              <a:gdLst/>
              <a:ahLst/>
              <a:cxnLst/>
              <a:rect l="l" t="t" r="r" b="b"/>
              <a:pathLst>
                <a:path w="18888" h="12999" extrusionOk="0">
                  <a:moveTo>
                    <a:pt x="18887" y="1"/>
                  </a:moveTo>
                  <a:lnTo>
                    <a:pt x="1" y="12921"/>
                  </a:lnTo>
                  <a:cubicBezTo>
                    <a:pt x="156" y="12921"/>
                    <a:pt x="253" y="12998"/>
                    <a:pt x="408" y="12998"/>
                  </a:cubicBezTo>
                  <a:lnTo>
                    <a:pt x="18887" y="330"/>
                  </a:lnTo>
                  <a:lnTo>
                    <a:pt x="1888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35"/>
            <p:cNvSpPr/>
            <p:nvPr/>
          </p:nvSpPr>
          <p:spPr>
            <a:xfrm>
              <a:off x="3318700" y="772750"/>
              <a:ext cx="393725" cy="270725"/>
            </a:xfrm>
            <a:custGeom>
              <a:avLst/>
              <a:gdLst/>
              <a:ahLst/>
              <a:cxnLst/>
              <a:rect l="l" t="t" r="r" b="b"/>
              <a:pathLst>
                <a:path w="15749" h="10829" extrusionOk="0">
                  <a:moveTo>
                    <a:pt x="15749" y="0"/>
                  </a:moveTo>
                  <a:lnTo>
                    <a:pt x="1" y="10828"/>
                  </a:lnTo>
                  <a:lnTo>
                    <a:pt x="485" y="10828"/>
                  </a:lnTo>
                  <a:lnTo>
                    <a:pt x="15671" y="407"/>
                  </a:lnTo>
                  <a:cubicBezTo>
                    <a:pt x="15671" y="252"/>
                    <a:pt x="15749" y="174"/>
                    <a:pt x="157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35"/>
            <p:cNvSpPr/>
            <p:nvPr/>
          </p:nvSpPr>
          <p:spPr>
            <a:xfrm>
              <a:off x="3399575" y="845375"/>
              <a:ext cx="280425" cy="191800"/>
            </a:xfrm>
            <a:custGeom>
              <a:avLst/>
              <a:gdLst/>
              <a:ahLst/>
              <a:cxnLst/>
              <a:rect l="l" t="t" r="r" b="b"/>
              <a:pathLst>
                <a:path w="11217" h="7672" extrusionOk="0">
                  <a:moveTo>
                    <a:pt x="11216" y="1"/>
                  </a:moveTo>
                  <a:lnTo>
                    <a:pt x="1" y="7671"/>
                  </a:lnTo>
                  <a:cubicBezTo>
                    <a:pt x="233" y="7594"/>
                    <a:pt x="407" y="7594"/>
                    <a:pt x="562" y="7594"/>
                  </a:cubicBezTo>
                  <a:lnTo>
                    <a:pt x="10887" y="485"/>
                  </a:lnTo>
                  <a:cubicBezTo>
                    <a:pt x="10984" y="330"/>
                    <a:pt x="11061" y="175"/>
                    <a:pt x="1121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266" name="Google Shape;2266;p35"/>
          <p:cNvPicPr preferRelativeResize="0"/>
          <p:nvPr/>
        </p:nvPicPr>
        <p:blipFill rotWithShape="1">
          <a:blip r:embed="rId3">
            <a:alphaModFix/>
          </a:blip>
          <a:srcRect l="22484" r="10795"/>
          <a:stretch/>
        </p:blipFill>
        <p:spPr>
          <a:xfrm>
            <a:off x="5704419" y="1382887"/>
            <a:ext cx="2386925" cy="2386851"/>
          </a:xfrm>
          <a:prstGeom prst="rect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lt2"/>
            </a:gs>
            <a:gs pos="11000">
              <a:schemeClr val="lt2"/>
            </a:gs>
            <a:gs pos="49000">
              <a:schemeClr val="accent2"/>
            </a:gs>
            <a:gs pos="75000">
              <a:schemeClr val="lt2"/>
            </a:gs>
            <a:gs pos="100000">
              <a:schemeClr val="accent1"/>
            </a:gs>
          </a:gsLst>
          <a:lin ang="8100019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●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○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■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●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○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■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●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○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■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8" r:id="rId3"/>
    <p:sldLayoutId id="2147483673" r:id="rId4"/>
    <p:sldLayoutId id="2147483680" r:id="rId5"/>
    <p:sldLayoutId id="2147483681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10" Type="http://schemas.openxmlformats.org/officeDocument/2006/relationships/image" Target="../media/image12.jpg"/><Relationship Id="rId4" Type="http://schemas.openxmlformats.org/officeDocument/2006/relationships/image" Target="../media/image6.jpeg"/><Relationship Id="rId9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arduino.cc/sketches/9a795ddc-51d2-4c0a-a931-24a3d8d9148f?nav=Libraries&amp;view-mode=preview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youtu.be/ry0Sd2BpWEM?si=wi2jLL13OjQplCW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7" name="Google Shape;2277;p39"/>
          <p:cNvSpPr txBox="1">
            <a:spLocks noGrp="1"/>
          </p:cNvSpPr>
          <p:nvPr>
            <p:ph type="ctrTitle"/>
          </p:nvPr>
        </p:nvSpPr>
        <p:spPr>
          <a:xfrm>
            <a:off x="847200" y="1183975"/>
            <a:ext cx="3914100" cy="246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700" dirty="0"/>
              <a:t> </a:t>
            </a:r>
            <a:endParaRPr sz="4700" dirty="0"/>
          </a:p>
        </p:txBody>
      </p:sp>
      <p:sp>
        <p:nvSpPr>
          <p:cNvPr id="2278" name="Google Shape;2278;p39"/>
          <p:cNvSpPr txBox="1">
            <a:spLocks noGrp="1"/>
          </p:cNvSpPr>
          <p:nvPr>
            <p:ph type="subTitle" idx="1"/>
          </p:nvPr>
        </p:nvSpPr>
        <p:spPr>
          <a:xfrm>
            <a:off x="847125" y="3738100"/>
            <a:ext cx="3914100" cy="112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dirty="0"/>
              <a:t>Jhon Mario Carvajal Delgado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dirty="0"/>
              <a:t>Steven Muñoz Vargas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dirty="0"/>
              <a:t>Santiago Rojas Miranda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dirty="0"/>
              <a:t>David Santiago Murillo Hernández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8" name="Google Shape;2330;p44">
            <a:extLst>
              <a:ext uri="{FF2B5EF4-FFF2-40B4-BE49-F238E27FC236}">
                <a16:creationId xmlns:a16="http://schemas.microsoft.com/office/drawing/2014/main" id="{5902E82A-0F96-4EF1-8F59-A98095EF1A07}"/>
              </a:ext>
            </a:extLst>
          </p:cNvPr>
          <p:cNvSpPr txBox="1">
            <a:spLocks/>
          </p:cNvSpPr>
          <p:nvPr/>
        </p:nvSpPr>
        <p:spPr>
          <a:xfrm>
            <a:off x="880762" y="1183975"/>
            <a:ext cx="3846825" cy="2387225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6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CO" sz="3600" dirty="0"/>
              <a:t>Contador Automatizado de Hidratación</a:t>
            </a:r>
            <a:endParaRPr lang="en" sz="8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6819BE4-88F2-4F33-8A96-79C93991BB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95226" y="530352"/>
            <a:ext cx="2980121" cy="31139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0" name="Google Shape;2330;p4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Contador Automatizado de Hidratación</a:t>
            </a:r>
            <a:endParaRPr dirty="0"/>
          </a:p>
        </p:txBody>
      </p:sp>
      <p:sp>
        <p:nvSpPr>
          <p:cNvPr id="2331" name="Google Shape;2331;p44"/>
          <p:cNvSpPr txBox="1">
            <a:spLocks noGrp="1"/>
          </p:cNvSpPr>
          <p:nvPr>
            <p:ph type="subTitle" idx="1"/>
          </p:nvPr>
        </p:nvSpPr>
        <p:spPr>
          <a:xfrm>
            <a:off x="1206900" y="1798775"/>
            <a:ext cx="3250500" cy="18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Este proyecto trata de un recordatorio para tomar vasos de agua diarios, usando sensores y pitidos para detectar la presencia de cada vaso con agua, cuantos vasos tomados llevas y recordarte cuando deberías tomar uno, para al final lograr una meta diaria </a:t>
            </a:r>
            <a:endParaRPr dirty="0"/>
          </a:p>
        </p:txBody>
      </p:sp>
      <p:sp>
        <p:nvSpPr>
          <p:cNvPr id="2332" name="Google Shape;2332;p44"/>
          <p:cNvSpPr txBox="1">
            <a:spLocks noGrp="1"/>
          </p:cNvSpPr>
          <p:nvPr>
            <p:ph type="subTitle" idx="2"/>
          </p:nvPr>
        </p:nvSpPr>
        <p:spPr>
          <a:xfrm>
            <a:off x="4686601" y="1798775"/>
            <a:ext cx="3250500" cy="18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Usa Arduino, una Protoboard, dos sensores y un zumbador para hacerlo funcionar, también una pantalla LCD para mostrarnos el conteo, al momento de que tomes los 8 vasos con agua diarios, tendría una suave melodía indicando que lo has logrado</a:t>
            </a:r>
            <a:endParaRPr dirty="0"/>
          </a:p>
        </p:txBody>
      </p:sp>
      <p:grpSp>
        <p:nvGrpSpPr>
          <p:cNvPr id="2333" name="Google Shape;2333;p44"/>
          <p:cNvGrpSpPr/>
          <p:nvPr/>
        </p:nvGrpSpPr>
        <p:grpSpPr>
          <a:xfrm>
            <a:off x="6355750" y="4114400"/>
            <a:ext cx="538025" cy="157800"/>
            <a:chOff x="2575325" y="1348650"/>
            <a:chExt cx="538025" cy="157800"/>
          </a:xfrm>
        </p:grpSpPr>
        <p:sp>
          <p:nvSpPr>
            <p:cNvPr id="2334" name="Google Shape;2334;p44"/>
            <p:cNvSpPr/>
            <p:nvPr/>
          </p:nvSpPr>
          <p:spPr>
            <a:xfrm>
              <a:off x="2575325" y="1348650"/>
              <a:ext cx="157800" cy="157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44"/>
            <p:cNvSpPr/>
            <p:nvPr/>
          </p:nvSpPr>
          <p:spPr>
            <a:xfrm>
              <a:off x="2765438" y="1348650"/>
              <a:ext cx="157800" cy="157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44"/>
            <p:cNvSpPr/>
            <p:nvPr/>
          </p:nvSpPr>
          <p:spPr>
            <a:xfrm>
              <a:off x="2955550" y="1348650"/>
              <a:ext cx="157800" cy="157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37" name="Google Shape;2337;p44"/>
          <p:cNvGrpSpPr/>
          <p:nvPr/>
        </p:nvGrpSpPr>
        <p:grpSpPr>
          <a:xfrm>
            <a:off x="1726972" y="4095025"/>
            <a:ext cx="1584577" cy="196549"/>
            <a:chOff x="750197" y="155825"/>
            <a:chExt cx="1584577" cy="196549"/>
          </a:xfrm>
        </p:grpSpPr>
        <p:sp>
          <p:nvSpPr>
            <p:cNvPr id="2338" name="Google Shape;2338;p44"/>
            <p:cNvSpPr/>
            <p:nvPr/>
          </p:nvSpPr>
          <p:spPr>
            <a:xfrm rot="-5400000">
              <a:off x="2093744" y="299443"/>
              <a:ext cx="52930" cy="52930"/>
            </a:xfrm>
            <a:custGeom>
              <a:avLst/>
              <a:gdLst/>
              <a:ahLst/>
              <a:cxnLst/>
              <a:rect l="l" t="t" r="r" b="b"/>
              <a:pathLst>
                <a:path w="1221" h="1221" extrusionOk="0">
                  <a:moveTo>
                    <a:pt x="659" y="0"/>
                  </a:moveTo>
                  <a:cubicBezTo>
                    <a:pt x="252" y="0"/>
                    <a:pt x="0" y="252"/>
                    <a:pt x="0" y="640"/>
                  </a:cubicBezTo>
                  <a:cubicBezTo>
                    <a:pt x="0" y="969"/>
                    <a:pt x="252" y="1221"/>
                    <a:pt x="659" y="1221"/>
                  </a:cubicBezTo>
                  <a:cubicBezTo>
                    <a:pt x="969" y="1221"/>
                    <a:pt x="1221" y="969"/>
                    <a:pt x="1221" y="640"/>
                  </a:cubicBezTo>
                  <a:cubicBezTo>
                    <a:pt x="1221" y="252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44"/>
            <p:cNvSpPr/>
            <p:nvPr/>
          </p:nvSpPr>
          <p:spPr>
            <a:xfrm rot="-5400000">
              <a:off x="1915294" y="299855"/>
              <a:ext cx="52930" cy="52107"/>
            </a:xfrm>
            <a:custGeom>
              <a:avLst/>
              <a:gdLst/>
              <a:ahLst/>
              <a:cxnLst/>
              <a:rect l="l" t="t" r="r" b="b"/>
              <a:pathLst>
                <a:path w="1221" h="1202" extrusionOk="0">
                  <a:moveTo>
                    <a:pt x="659" y="1"/>
                  </a:moveTo>
                  <a:cubicBezTo>
                    <a:pt x="252" y="1"/>
                    <a:pt x="0" y="233"/>
                    <a:pt x="0" y="563"/>
                  </a:cubicBezTo>
                  <a:cubicBezTo>
                    <a:pt x="0" y="969"/>
                    <a:pt x="252" y="1202"/>
                    <a:pt x="659" y="1202"/>
                  </a:cubicBezTo>
                  <a:cubicBezTo>
                    <a:pt x="969" y="1202"/>
                    <a:pt x="1221" y="969"/>
                    <a:pt x="1221" y="563"/>
                  </a:cubicBezTo>
                  <a:cubicBezTo>
                    <a:pt x="1221" y="233"/>
                    <a:pt x="969" y="1"/>
                    <a:pt x="6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44"/>
            <p:cNvSpPr/>
            <p:nvPr/>
          </p:nvSpPr>
          <p:spPr>
            <a:xfrm rot="-5400000">
              <a:off x="1735196" y="297753"/>
              <a:ext cx="52930" cy="56312"/>
            </a:xfrm>
            <a:custGeom>
              <a:avLst/>
              <a:gdLst/>
              <a:ahLst/>
              <a:cxnLst/>
              <a:rect l="l" t="t" r="r" b="b"/>
              <a:pathLst>
                <a:path w="1221" h="1299" extrusionOk="0">
                  <a:moveTo>
                    <a:pt x="659" y="0"/>
                  </a:moveTo>
                  <a:cubicBezTo>
                    <a:pt x="252" y="0"/>
                    <a:pt x="0" y="330"/>
                    <a:pt x="0" y="640"/>
                  </a:cubicBezTo>
                  <a:cubicBezTo>
                    <a:pt x="0" y="969"/>
                    <a:pt x="252" y="1298"/>
                    <a:pt x="659" y="1298"/>
                  </a:cubicBezTo>
                  <a:cubicBezTo>
                    <a:pt x="969" y="1298"/>
                    <a:pt x="1221" y="969"/>
                    <a:pt x="1221" y="640"/>
                  </a:cubicBezTo>
                  <a:cubicBezTo>
                    <a:pt x="1221" y="330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44"/>
            <p:cNvSpPr/>
            <p:nvPr/>
          </p:nvSpPr>
          <p:spPr>
            <a:xfrm rot="-5400000">
              <a:off x="1556334" y="297753"/>
              <a:ext cx="52930" cy="56312"/>
            </a:xfrm>
            <a:custGeom>
              <a:avLst/>
              <a:gdLst/>
              <a:ahLst/>
              <a:cxnLst/>
              <a:rect l="l" t="t" r="r" b="b"/>
              <a:pathLst>
                <a:path w="1221" h="1299" extrusionOk="0">
                  <a:moveTo>
                    <a:pt x="659" y="0"/>
                  </a:moveTo>
                  <a:cubicBezTo>
                    <a:pt x="252" y="0"/>
                    <a:pt x="0" y="330"/>
                    <a:pt x="0" y="659"/>
                  </a:cubicBezTo>
                  <a:cubicBezTo>
                    <a:pt x="0" y="969"/>
                    <a:pt x="252" y="1298"/>
                    <a:pt x="659" y="1298"/>
                  </a:cubicBezTo>
                  <a:cubicBezTo>
                    <a:pt x="969" y="1298"/>
                    <a:pt x="1221" y="969"/>
                    <a:pt x="1221" y="659"/>
                  </a:cubicBezTo>
                  <a:cubicBezTo>
                    <a:pt x="1221" y="330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44"/>
            <p:cNvSpPr/>
            <p:nvPr/>
          </p:nvSpPr>
          <p:spPr>
            <a:xfrm rot="-5400000">
              <a:off x="1378296" y="297753"/>
              <a:ext cx="52930" cy="56312"/>
            </a:xfrm>
            <a:custGeom>
              <a:avLst/>
              <a:gdLst/>
              <a:ahLst/>
              <a:cxnLst/>
              <a:rect l="l" t="t" r="r" b="b"/>
              <a:pathLst>
                <a:path w="1221" h="1299" extrusionOk="0">
                  <a:moveTo>
                    <a:pt x="659" y="1"/>
                  </a:moveTo>
                  <a:cubicBezTo>
                    <a:pt x="252" y="1"/>
                    <a:pt x="0" y="330"/>
                    <a:pt x="0" y="640"/>
                  </a:cubicBezTo>
                  <a:cubicBezTo>
                    <a:pt x="0" y="969"/>
                    <a:pt x="252" y="1299"/>
                    <a:pt x="659" y="1299"/>
                  </a:cubicBezTo>
                  <a:cubicBezTo>
                    <a:pt x="969" y="1299"/>
                    <a:pt x="1221" y="969"/>
                    <a:pt x="1221" y="640"/>
                  </a:cubicBezTo>
                  <a:cubicBezTo>
                    <a:pt x="1221" y="330"/>
                    <a:pt x="969" y="1"/>
                    <a:pt x="6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44"/>
            <p:cNvSpPr/>
            <p:nvPr/>
          </p:nvSpPr>
          <p:spPr>
            <a:xfrm rot="-5400000">
              <a:off x="1197765" y="299422"/>
              <a:ext cx="52930" cy="52974"/>
            </a:xfrm>
            <a:custGeom>
              <a:avLst/>
              <a:gdLst/>
              <a:ahLst/>
              <a:cxnLst/>
              <a:rect l="l" t="t" r="r" b="b"/>
              <a:pathLst>
                <a:path w="1221" h="1222" extrusionOk="0">
                  <a:moveTo>
                    <a:pt x="659" y="1"/>
                  </a:moveTo>
                  <a:cubicBezTo>
                    <a:pt x="252" y="1"/>
                    <a:pt x="0" y="253"/>
                    <a:pt x="0" y="660"/>
                  </a:cubicBezTo>
                  <a:cubicBezTo>
                    <a:pt x="0" y="970"/>
                    <a:pt x="252" y="1221"/>
                    <a:pt x="659" y="1221"/>
                  </a:cubicBezTo>
                  <a:cubicBezTo>
                    <a:pt x="969" y="1221"/>
                    <a:pt x="1221" y="970"/>
                    <a:pt x="1221" y="660"/>
                  </a:cubicBezTo>
                  <a:cubicBezTo>
                    <a:pt x="1221" y="253"/>
                    <a:pt x="969" y="1"/>
                    <a:pt x="6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44"/>
            <p:cNvSpPr/>
            <p:nvPr/>
          </p:nvSpPr>
          <p:spPr>
            <a:xfrm rot="-5400000">
              <a:off x="1019336" y="299855"/>
              <a:ext cx="52930" cy="52107"/>
            </a:xfrm>
            <a:custGeom>
              <a:avLst/>
              <a:gdLst/>
              <a:ahLst/>
              <a:cxnLst/>
              <a:rect l="l" t="t" r="r" b="b"/>
              <a:pathLst>
                <a:path w="1221" h="1202" extrusionOk="0">
                  <a:moveTo>
                    <a:pt x="659" y="0"/>
                  </a:moveTo>
                  <a:cubicBezTo>
                    <a:pt x="252" y="0"/>
                    <a:pt x="0" y="233"/>
                    <a:pt x="0" y="640"/>
                  </a:cubicBezTo>
                  <a:cubicBezTo>
                    <a:pt x="0" y="969"/>
                    <a:pt x="252" y="1201"/>
                    <a:pt x="659" y="1201"/>
                  </a:cubicBezTo>
                  <a:cubicBezTo>
                    <a:pt x="969" y="1201"/>
                    <a:pt x="1221" y="969"/>
                    <a:pt x="1221" y="640"/>
                  </a:cubicBezTo>
                  <a:cubicBezTo>
                    <a:pt x="1221" y="233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44"/>
            <p:cNvSpPr/>
            <p:nvPr/>
          </p:nvSpPr>
          <p:spPr>
            <a:xfrm rot="-5400000">
              <a:off x="840886" y="299443"/>
              <a:ext cx="52930" cy="52930"/>
            </a:xfrm>
            <a:custGeom>
              <a:avLst/>
              <a:gdLst/>
              <a:ahLst/>
              <a:cxnLst/>
              <a:rect l="l" t="t" r="r" b="b"/>
              <a:pathLst>
                <a:path w="1221" h="1221" extrusionOk="0">
                  <a:moveTo>
                    <a:pt x="659" y="1"/>
                  </a:moveTo>
                  <a:cubicBezTo>
                    <a:pt x="252" y="1"/>
                    <a:pt x="0" y="252"/>
                    <a:pt x="0" y="582"/>
                  </a:cubicBezTo>
                  <a:cubicBezTo>
                    <a:pt x="0" y="969"/>
                    <a:pt x="252" y="1221"/>
                    <a:pt x="659" y="1221"/>
                  </a:cubicBezTo>
                  <a:cubicBezTo>
                    <a:pt x="969" y="1221"/>
                    <a:pt x="1221" y="969"/>
                    <a:pt x="1221" y="582"/>
                  </a:cubicBezTo>
                  <a:cubicBezTo>
                    <a:pt x="1221" y="252"/>
                    <a:pt x="969" y="1"/>
                    <a:pt x="6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44"/>
            <p:cNvSpPr/>
            <p:nvPr/>
          </p:nvSpPr>
          <p:spPr>
            <a:xfrm rot="-5400000">
              <a:off x="2181051" y="155825"/>
              <a:ext cx="56312" cy="56312"/>
            </a:xfrm>
            <a:custGeom>
              <a:avLst/>
              <a:gdLst/>
              <a:ahLst/>
              <a:cxnLst/>
              <a:rect l="l" t="t" r="r" b="b"/>
              <a:pathLst>
                <a:path w="1299" h="1299" extrusionOk="0">
                  <a:moveTo>
                    <a:pt x="640" y="1"/>
                  </a:moveTo>
                  <a:cubicBezTo>
                    <a:pt x="330" y="1"/>
                    <a:pt x="0" y="330"/>
                    <a:pt x="0" y="659"/>
                  </a:cubicBezTo>
                  <a:cubicBezTo>
                    <a:pt x="0" y="969"/>
                    <a:pt x="330" y="1299"/>
                    <a:pt x="640" y="1299"/>
                  </a:cubicBezTo>
                  <a:cubicBezTo>
                    <a:pt x="969" y="1299"/>
                    <a:pt x="1298" y="969"/>
                    <a:pt x="1298" y="659"/>
                  </a:cubicBezTo>
                  <a:cubicBezTo>
                    <a:pt x="1298" y="330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44"/>
            <p:cNvSpPr/>
            <p:nvPr/>
          </p:nvSpPr>
          <p:spPr>
            <a:xfrm rot="-5400000">
              <a:off x="2000953" y="157927"/>
              <a:ext cx="56312" cy="52107"/>
            </a:xfrm>
            <a:custGeom>
              <a:avLst/>
              <a:gdLst/>
              <a:ahLst/>
              <a:cxnLst/>
              <a:rect l="l" t="t" r="r" b="b"/>
              <a:pathLst>
                <a:path w="1299" h="1202" extrusionOk="0">
                  <a:moveTo>
                    <a:pt x="640" y="0"/>
                  </a:moveTo>
                  <a:cubicBezTo>
                    <a:pt x="330" y="0"/>
                    <a:pt x="0" y="233"/>
                    <a:pt x="0" y="640"/>
                  </a:cubicBezTo>
                  <a:cubicBezTo>
                    <a:pt x="0" y="969"/>
                    <a:pt x="330" y="1201"/>
                    <a:pt x="640" y="1201"/>
                  </a:cubicBezTo>
                  <a:cubicBezTo>
                    <a:pt x="969" y="1201"/>
                    <a:pt x="1298" y="969"/>
                    <a:pt x="1298" y="640"/>
                  </a:cubicBezTo>
                  <a:cubicBezTo>
                    <a:pt x="1298" y="233"/>
                    <a:pt x="969" y="0"/>
                    <a:pt x="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44"/>
            <p:cNvSpPr/>
            <p:nvPr/>
          </p:nvSpPr>
          <p:spPr>
            <a:xfrm rot="-5400000">
              <a:off x="1822503" y="157515"/>
              <a:ext cx="56312" cy="52930"/>
            </a:xfrm>
            <a:custGeom>
              <a:avLst/>
              <a:gdLst/>
              <a:ahLst/>
              <a:cxnLst/>
              <a:rect l="l" t="t" r="r" b="b"/>
              <a:pathLst>
                <a:path w="1299" h="1221" extrusionOk="0">
                  <a:moveTo>
                    <a:pt x="640" y="0"/>
                  </a:moveTo>
                  <a:cubicBezTo>
                    <a:pt x="330" y="0"/>
                    <a:pt x="0" y="252"/>
                    <a:pt x="0" y="562"/>
                  </a:cubicBezTo>
                  <a:cubicBezTo>
                    <a:pt x="0" y="969"/>
                    <a:pt x="330" y="1221"/>
                    <a:pt x="640" y="1221"/>
                  </a:cubicBezTo>
                  <a:cubicBezTo>
                    <a:pt x="969" y="1221"/>
                    <a:pt x="1298" y="969"/>
                    <a:pt x="1298" y="562"/>
                  </a:cubicBezTo>
                  <a:cubicBezTo>
                    <a:pt x="1298" y="252"/>
                    <a:pt x="969" y="0"/>
                    <a:pt x="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44"/>
            <p:cNvSpPr/>
            <p:nvPr/>
          </p:nvSpPr>
          <p:spPr>
            <a:xfrm rot="-5400000">
              <a:off x="1644053" y="157927"/>
              <a:ext cx="56312" cy="52107"/>
            </a:xfrm>
            <a:custGeom>
              <a:avLst/>
              <a:gdLst/>
              <a:ahLst/>
              <a:cxnLst/>
              <a:rect l="l" t="t" r="r" b="b"/>
              <a:pathLst>
                <a:path w="1299" h="1202" extrusionOk="0">
                  <a:moveTo>
                    <a:pt x="640" y="1"/>
                  </a:moveTo>
                  <a:cubicBezTo>
                    <a:pt x="330" y="1"/>
                    <a:pt x="0" y="233"/>
                    <a:pt x="0" y="563"/>
                  </a:cubicBezTo>
                  <a:cubicBezTo>
                    <a:pt x="0" y="969"/>
                    <a:pt x="330" y="1202"/>
                    <a:pt x="640" y="1202"/>
                  </a:cubicBezTo>
                  <a:cubicBezTo>
                    <a:pt x="969" y="1202"/>
                    <a:pt x="1298" y="969"/>
                    <a:pt x="1298" y="563"/>
                  </a:cubicBezTo>
                  <a:cubicBezTo>
                    <a:pt x="1298" y="233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44"/>
            <p:cNvSpPr/>
            <p:nvPr/>
          </p:nvSpPr>
          <p:spPr>
            <a:xfrm rot="-5400000">
              <a:off x="1463955" y="155825"/>
              <a:ext cx="56312" cy="56312"/>
            </a:xfrm>
            <a:custGeom>
              <a:avLst/>
              <a:gdLst/>
              <a:ahLst/>
              <a:cxnLst/>
              <a:rect l="l" t="t" r="r" b="b"/>
              <a:pathLst>
                <a:path w="1299" h="1299" extrusionOk="0">
                  <a:moveTo>
                    <a:pt x="640" y="0"/>
                  </a:moveTo>
                  <a:cubicBezTo>
                    <a:pt x="330" y="0"/>
                    <a:pt x="0" y="330"/>
                    <a:pt x="0" y="640"/>
                  </a:cubicBezTo>
                  <a:cubicBezTo>
                    <a:pt x="0" y="969"/>
                    <a:pt x="330" y="1298"/>
                    <a:pt x="640" y="1298"/>
                  </a:cubicBezTo>
                  <a:cubicBezTo>
                    <a:pt x="969" y="1298"/>
                    <a:pt x="1298" y="969"/>
                    <a:pt x="1298" y="640"/>
                  </a:cubicBezTo>
                  <a:cubicBezTo>
                    <a:pt x="1298" y="330"/>
                    <a:pt x="969" y="0"/>
                    <a:pt x="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44"/>
            <p:cNvSpPr/>
            <p:nvPr/>
          </p:nvSpPr>
          <p:spPr>
            <a:xfrm rot="-5400000">
              <a:off x="1285505" y="156237"/>
              <a:ext cx="56312" cy="55488"/>
            </a:xfrm>
            <a:custGeom>
              <a:avLst/>
              <a:gdLst/>
              <a:ahLst/>
              <a:cxnLst/>
              <a:rect l="l" t="t" r="r" b="b"/>
              <a:pathLst>
                <a:path w="1299" h="1280" extrusionOk="0">
                  <a:moveTo>
                    <a:pt x="640" y="1"/>
                  </a:moveTo>
                  <a:cubicBezTo>
                    <a:pt x="330" y="1"/>
                    <a:pt x="0" y="311"/>
                    <a:pt x="0" y="640"/>
                  </a:cubicBezTo>
                  <a:cubicBezTo>
                    <a:pt x="0" y="969"/>
                    <a:pt x="330" y="1279"/>
                    <a:pt x="640" y="1279"/>
                  </a:cubicBezTo>
                  <a:cubicBezTo>
                    <a:pt x="969" y="1279"/>
                    <a:pt x="1298" y="969"/>
                    <a:pt x="1298" y="640"/>
                  </a:cubicBezTo>
                  <a:cubicBezTo>
                    <a:pt x="1298" y="311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44"/>
            <p:cNvSpPr/>
            <p:nvPr/>
          </p:nvSpPr>
          <p:spPr>
            <a:xfrm rot="-5400000">
              <a:off x="1107055" y="155825"/>
              <a:ext cx="56312" cy="56312"/>
            </a:xfrm>
            <a:custGeom>
              <a:avLst/>
              <a:gdLst/>
              <a:ahLst/>
              <a:cxnLst/>
              <a:rect l="l" t="t" r="r" b="b"/>
              <a:pathLst>
                <a:path w="1299" h="1299" extrusionOk="0">
                  <a:moveTo>
                    <a:pt x="640" y="1"/>
                  </a:moveTo>
                  <a:cubicBezTo>
                    <a:pt x="330" y="1"/>
                    <a:pt x="0" y="330"/>
                    <a:pt x="0" y="640"/>
                  </a:cubicBezTo>
                  <a:cubicBezTo>
                    <a:pt x="0" y="970"/>
                    <a:pt x="330" y="1299"/>
                    <a:pt x="640" y="1299"/>
                  </a:cubicBezTo>
                  <a:cubicBezTo>
                    <a:pt x="969" y="1299"/>
                    <a:pt x="1298" y="970"/>
                    <a:pt x="1298" y="640"/>
                  </a:cubicBezTo>
                  <a:cubicBezTo>
                    <a:pt x="1298" y="330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44"/>
            <p:cNvSpPr/>
            <p:nvPr/>
          </p:nvSpPr>
          <p:spPr>
            <a:xfrm rot="-5400000">
              <a:off x="926957" y="157927"/>
              <a:ext cx="56312" cy="52107"/>
            </a:xfrm>
            <a:custGeom>
              <a:avLst/>
              <a:gdLst/>
              <a:ahLst/>
              <a:cxnLst/>
              <a:rect l="l" t="t" r="r" b="b"/>
              <a:pathLst>
                <a:path w="1299" h="1202" extrusionOk="0">
                  <a:moveTo>
                    <a:pt x="640" y="0"/>
                  </a:moveTo>
                  <a:cubicBezTo>
                    <a:pt x="330" y="0"/>
                    <a:pt x="0" y="233"/>
                    <a:pt x="0" y="640"/>
                  </a:cubicBezTo>
                  <a:cubicBezTo>
                    <a:pt x="0" y="969"/>
                    <a:pt x="330" y="1201"/>
                    <a:pt x="640" y="1201"/>
                  </a:cubicBezTo>
                  <a:cubicBezTo>
                    <a:pt x="969" y="1201"/>
                    <a:pt x="1298" y="969"/>
                    <a:pt x="1298" y="640"/>
                  </a:cubicBezTo>
                  <a:cubicBezTo>
                    <a:pt x="1298" y="233"/>
                    <a:pt x="969" y="0"/>
                    <a:pt x="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44"/>
            <p:cNvSpPr/>
            <p:nvPr/>
          </p:nvSpPr>
          <p:spPr>
            <a:xfrm rot="-5400000">
              <a:off x="748507" y="157515"/>
              <a:ext cx="56312" cy="52930"/>
            </a:xfrm>
            <a:custGeom>
              <a:avLst/>
              <a:gdLst/>
              <a:ahLst/>
              <a:cxnLst/>
              <a:rect l="l" t="t" r="r" b="b"/>
              <a:pathLst>
                <a:path w="1299" h="1221" extrusionOk="0">
                  <a:moveTo>
                    <a:pt x="640" y="1"/>
                  </a:moveTo>
                  <a:cubicBezTo>
                    <a:pt x="330" y="1"/>
                    <a:pt x="0" y="252"/>
                    <a:pt x="0" y="562"/>
                  </a:cubicBezTo>
                  <a:cubicBezTo>
                    <a:pt x="0" y="969"/>
                    <a:pt x="330" y="1221"/>
                    <a:pt x="640" y="1221"/>
                  </a:cubicBezTo>
                  <a:cubicBezTo>
                    <a:pt x="969" y="1221"/>
                    <a:pt x="1298" y="969"/>
                    <a:pt x="1298" y="562"/>
                  </a:cubicBezTo>
                  <a:cubicBezTo>
                    <a:pt x="1298" y="252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44"/>
            <p:cNvSpPr/>
            <p:nvPr/>
          </p:nvSpPr>
          <p:spPr>
            <a:xfrm rot="-5400000">
              <a:off x="2281844" y="299443"/>
              <a:ext cx="52930" cy="52930"/>
            </a:xfrm>
            <a:custGeom>
              <a:avLst/>
              <a:gdLst/>
              <a:ahLst/>
              <a:cxnLst/>
              <a:rect l="l" t="t" r="r" b="b"/>
              <a:pathLst>
                <a:path w="1221" h="1221" extrusionOk="0">
                  <a:moveTo>
                    <a:pt x="659" y="0"/>
                  </a:moveTo>
                  <a:cubicBezTo>
                    <a:pt x="252" y="0"/>
                    <a:pt x="0" y="252"/>
                    <a:pt x="0" y="640"/>
                  </a:cubicBezTo>
                  <a:cubicBezTo>
                    <a:pt x="0" y="969"/>
                    <a:pt x="252" y="1221"/>
                    <a:pt x="659" y="1221"/>
                  </a:cubicBezTo>
                  <a:cubicBezTo>
                    <a:pt x="969" y="1221"/>
                    <a:pt x="1221" y="969"/>
                    <a:pt x="1221" y="640"/>
                  </a:cubicBezTo>
                  <a:cubicBezTo>
                    <a:pt x="1221" y="252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>
            <a:extLst>
              <a:ext uri="{FF2B5EF4-FFF2-40B4-BE49-F238E27FC236}">
                <a16:creationId xmlns:a16="http://schemas.microsoft.com/office/drawing/2014/main" id="{EABB2462-6336-467E-B524-28BB59345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1235" y="582649"/>
            <a:ext cx="1074619" cy="1074619"/>
          </a:xfrm>
          <a:prstGeom prst="rect">
            <a:avLst/>
          </a:prstGeom>
        </p:spPr>
      </p:pic>
      <p:sp>
        <p:nvSpPr>
          <p:cNvPr id="2360" name="Google Shape;2360;p45"/>
          <p:cNvSpPr txBox="1">
            <a:spLocks noGrp="1"/>
          </p:cNvSpPr>
          <p:nvPr>
            <p:ph type="title"/>
          </p:nvPr>
        </p:nvSpPr>
        <p:spPr>
          <a:xfrm>
            <a:off x="33766" y="-75393"/>
            <a:ext cx="2532924" cy="7067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dirty="0">
                <a:solidFill>
                  <a:schemeClr val="accent3"/>
                </a:solidFill>
              </a:rPr>
              <a:t>Materiales</a:t>
            </a:r>
            <a:br>
              <a:rPr lang="en" sz="3200" dirty="0">
                <a:solidFill>
                  <a:schemeClr val="accent3"/>
                </a:solidFill>
              </a:rPr>
            </a:br>
            <a:endParaRPr sz="3200" dirty="0"/>
          </a:p>
        </p:txBody>
      </p:sp>
      <p:sp>
        <p:nvSpPr>
          <p:cNvPr id="2361" name="Google Shape;2361;p45"/>
          <p:cNvSpPr txBox="1">
            <a:spLocks noGrp="1"/>
          </p:cNvSpPr>
          <p:nvPr>
            <p:ph type="subTitle" idx="1"/>
          </p:nvPr>
        </p:nvSpPr>
        <p:spPr>
          <a:xfrm>
            <a:off x="7476336" y="109610"/>
            <a:ext cx="1363448" cy="632025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bg1"/>
                </a:solidFill>
                <a:latin typeface="Poppins"/>
                <a:cs typeface="Poppins"/>
                <a:sym typeface="Poppins"/>
              </a:rPr>
              <a:t>Esquema de conexiones</a:t>
            </a:r>
            <a:endParaRPr b="1" dirty="0">
              <a:solidFill>
                <a:schemeClr val="bg1"/>
              </a:solidFill>
              <a:latin typeface="Poppins"/>
              <a:cs typeface="Poppins"/>
              <a:sym typeface="Poppins"/>
            </a:endParaRPr>
          </a:p>
        </p:txBody>
      </p:sp>
      <p:sp>
        <p:nvSpPr>
          <p:cNvPr id="6" name="Google Shape;2361;p45">
            <a:extLst>
              <a:ext uri="{FF2B5EF4-FFF2-40B4-BE49-F238E27FC236}">
                <a16:creationId xmlns:a16="http://schemas.microsoft.com/office/drawing/2014/main" id="{535156C2-6A32-42CC-8153-E1057D3BECE4}"/>
              </a:ext>
            </a:extLst>
          </p:cNvPr>
          <p:cNvSpPr txBox="1">
            <a:spLocks/>
          </p:cNvSpPr>
          <p:nvPr/>
        </p:nvSpPr>
        <p:spPr>
          <a:xfrm>
            <a:off x="-29322" y="495112"/>
            <a:ext cx="2119448" cy="42135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Hind Light"/>
              <a:buChar char="●"/>
              <a:defRPr sz="14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indent="0">
              <a:buClr>
                <a:srgbClr val="333333"/>
              </a:buClr>
              <a:buSzPts val="1100"/>
              <a:buFont typeface="Arial"/>
              <a:buNone/>
            </a:pPr>
            <a:r>
              <a:rPr lang="es-ES" b="0" i="0" dirty="0">
                <a:solidFill>
                  <a:srgbClr val="374146"/>
                </a:solidFill>
                <a:effectLst/>
                <a:latin typeface="OpenSans-Regular"/>
              </a:rPr>
              <a:t>Sensor líquidos XKC-Y25-V</a:t>
            </a:r>
            <a:endParaRPr lang="es-CO" dirty="0"/>
          </a:p>
        </p:txBody>
      </p:sp>
      <p:sp>
        <p:nvSpPr>
          <p:cNvPr id="7" name="Google Shape;2361;p45">
            <a:extLst>
              <a:ext uri="{FF2B5EF4-FFF2-40B4-BE49-F238E27FC236}">
                <a16:creationId xmlns:a16="http://schemas.microsoft.com/office/drawing/2014/main" id="{86B80294-97D3-48AD-A291-1FF855BED1F6}"/>
              </a:ext>
            </a:extLst>
          </p:cNvPr>
          <p:cNvSpPr txBox="1">
            <a:spLocks/>
          </p:cNvSpPr>
          <p:nvPr/>
        </p:nvSpPr>
        <p:spPr>
          <a:xfrm>
            <a:off x="64302" y="1968636"/>
            <a:ext cx="1932199" cy="42135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Hind Light"/>
              <a:buChar char="●"/>
              <a:defRPr sz="14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indent="0">
              <a:buClr>
                <a:srgbClr val="333333"/>
              </a:buClr>
              <a:buSzPts val="1100"/>
              <a:buFont typeface="Arial"/>
              <a:buNone/>
            </a:pPr>
            <a:r>
              <a:rPr lang="es-CO" b="0" i="0" dirty="0">
                <a:solidFill>
                  <a:srgbClr val="374146"/>
                </a:solidFill>
                <a:effectLst/>
                <a:latin typeface="OpenSans-Regular"/>
              </a:rPr>
              <a:t>Sensor IR de obstáculos</a:t>
            </a:r>
            <a:endParaRPr lang="es-CO" dirty="0"/>
          </a:p>
        </p:txBody>
      </p:sp>
      <p:sp>
        <p:nvSpPr>
          <p:cNvPr id="8" name="Google Shape;2361;p45">
            <a:extLst>
              <a:ext uri="{FF2B5EF4-FFF2-40B4-BE49-F238E27FC236}">
                <a16:creationId xmlns:a16="http://schemas.microsoft.com/office/drawing/2014/main" id="{485B82D9-76CB-450C-A1C2-66E81800830D}"/>
              </a:ext>
            </a:extLst>
          </p:cNvPr>
          <p:cNvSpPr txBox="1">
            <a:spLocks/>
          </p:cNvSpPr>
          <p:nvPr/>
        </p:nvSpPr>
        <p:spPr>
          <a:xfrm>
            <a:off x="2416534" y="109610"/>
            <a:ext cx="1932199" cy="42135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Hind Light"/>
              <a:buChar char="●"/>
              <a:defRPr sz="14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indent="0">
              <a:buClr>
                <a:srgbClr val="333333"/>
              </a:buClr>
              <a:buSzPts val="1100"/>
              <a:buFont typeface="Arial"/>
              <a:buNone/>
            </a:pPr>
            <a:r>
              <a:rPr lang="es-CO" dirty="0">
                <a:effectLst/>
              </a:rPr>
              <a:t>Cables puentes</a:t>
            </a:r>
            <a:endParaRPr lang="es-CO" dirty="0"/>
          </a:p>
        </p:txBody>
      </p:sp>
      <p:sp>
        <p:nvSpPr>
          <p:cNvPr id="9" name="Google Shape;2361;p45">
            <a:extLst>
              <a:ext uri="{FF2B5EF4-FFF2-40B4-BE49-F238E27FC236}">
                <a16:creationId xmlns:a16="http://schemas.microsoft.com/office/drawing/2014/main" id="{E19C7460-E04F-4934-A235-09D7ED1604F6}"/>
              </a:ext>
            </a:extLst>
          </p:cNvPr>
          <p:cNvSpPr txBox="1">
            <a:spLocks/>
          </p:cNvSpPr>
          <p:nvPr/>
        </p:nvSpPr>
        <p:spPr>
          <a:xfrm>
            <a:off x="3928294" y="-82063"/>
            <a:ext cx="746847" cy="42135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Hind Light"/>
              <a:buChar char="●"/>
              <a:defRPr sz="14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indent="0">
              <a:buClr>
                <a:srgbClr val="333333"/>
              </a:buClr>
              <a:buSzPts val="1100"/>
              <a:buFont typeface="Arial"/>
              <a:buNone/>
            </a:pPr>
            <a:r>
              <a:rPr lang="es-CO" dirty="0">
                <a:effectLst/>
              </a:rPr>
              <a:t>Buzzer</a:t>
            </a:r>
            <a:endParaRPr lang="es-CO" dirty="0"/>
          </a:p>
        </p:txBody>
      </p:sp>
      <p:pic>
        <p:nvPicPr>
          <p:cNvPr id="2056" name="Picture 8" descr="IR Infrared Obstacle Avoidance Sensor Module - Robotonbd">
            <a:extLst>
              <a:ext uri="{FF2B5EF4-FFF2-40B4-BE49-F238E27FC236}">
                <a16:creationId xmlns:a16="http://schemas.microsoft.com/office/drawing/2014/main" id="{A670F7CC-B725-4EF9-BF22-6527C79CC5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680" y="2302259"/>
            <a:ext cx="1235440" cy="1144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Google Shape;2361;p45">
            <a:extLst>
              <a:ext uri="{FF2B5EF4-FFF2-40B4-BE49-F238E27FC236}">
                <a16:creationId xmlns:a16="http://schemas.microsoft.com/office/drawing/2014/main" id="{27D35D80-97D9-4E46-968D-DA71D3FA7F45}"/>
              </a:ext>
            </a:extLst>
          </p:cNvPr>
          <p:cNvSpPr txBox="1">
            <a:spLocks/>
          </p:cNvSpPr>
          <p:nvPr/>
        </p:nvSpPr>
        <p:spPr>
          <a:xfrm>
            <a:off x="479951" y="3446703"/>
            <a:ext cx="1100899" cy="42135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Hind Light"/>
              <a:buChar char="●"/>
              <a:defRPr sz="14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indent="0">
              <a:buClr>
                <a:srgbClr val="333333"/>
              </a:buClr>
              <a:buSzPts val="1100"/>
              <a:buFont typeface="Arial"/>
              <a:buNone/>
            </a:pPr>
            <a:r>
              <a:rPr lang="es-CO" b="0" i="0" dirty="0">
                <a:solidFill>
                  <a:srgbClr val="374146"/>
                </a:solidFill>
                <a:effectLst/>
                <a:latin typeface="OpenSans-Regular"/>
              </a:rPr>
              <a:t>Arduino R3</a:t>
            </a:r>
          </a:p>
        </p:txBody>
      </p:sp>
      <p:pic>
        <p:nvPicPr>
          <p:cNvPr id="2058" name="Picture 10" descr="Placa Arduino Uno R3 Microcontrolador – Sistemsoft - Mecatrónica">
            <a:extLst>
              <a:ext uri="{FF2B5EF4-FFF2-40B4-BE49-F238E27FC236}">
                <a16:creationId xmlns:a16="http://schemas.microsoft.com/office/drawing/2014/main" id="{4DA9EA61-6564-4005-A144-4D0113FDE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241" y="3848047"/>
            <a:ext cx="1224676" cy="1194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5 pcs 5v electric magnetic active buzzer continuous beep continuously ...">
            <a:extLst>
              <a:ext uri="{FF2B5EF4-FFF2-40B4-BE49-F238E27FC236}">
                <a16:creationId xmlns:a16="http://schemas.microsoft.com/office/drawing/2014/main" id="{47B8D875-536A-460D-A671-25D798647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4475" y="367173"/>
            <a:ext cx="1074619" cy="1046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XKC-Y25-V SENSOR NIVEL DE AGUA O LIQUIDO SIN CONTACTO 5-24V -9">
            <a:extLst>
              <a:ext uri="{FF2B5EF4-FFF2-40B4-BE49-F238E27FC236}">
                <a16:creationId xmlns:a16="http://schemas.microsoft.com/office/drawing/2014/main" id="{B9DAAA94-0B27-4AC6-97DD-9576A7020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680" y="857986"/>
            <a:ext cx="1235440" cy="1147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44DC559-DFBC-4D14-BF66-D9D1FB75CE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40564" y="4001446"/>
            <a:ext cx="1041254" cy="1041254"/>
          </a:xfrm>
          <a:prstGeom prst="rect">
            <a:avLst/>
          </a:prstGeom>
        </p:spPr>
      </p:pic>
      <p:sp>
        <p:nvSpPr>
          <p:cNvPr id="19" name="Google Shape;2361;p45">
            <a:extLst>
              <a:ext uri="{FF2B5EF4-FFF2-40B4-BE49-F238E27FC236}">
                <a16:creationId xmlns:a16="http://schemas.microsoft.com/office/drawing/2014/main" id="{E64E24FC-C383-4A70-85AD-7328AF9FF1D9}"/>
              </a:ext>
            </a:extLst>
          </p:cNvPr>
          <p:cNvSpPr txBox="1">
            <a:spLocks/>
          </p:cNvSpPr>
          <p:nvPr/>
        </p:nvSpPr>
        <p:spPr>
          <a:xfrm>
            <a:off x="2110741" y="3453260"/>
            <a:ext cx="1100899" cy="42135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Hind Light"/>
              <a:buChar char="●"/>
              <a:defRPr sz="14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indent="0">
              <a:buClr>
                <a:srgbClr val="333333"/>
              </a:buClr>
              <a:buSzPts val="1100"/>
              <a:buFont typeface="Arial"/>
              <a:buNone/>
            </a:pPr>
            <a:r>
              <a:rPr lang="es-CO" b="0" i="0" dirty="0">
                <a:solidFill>
                  <a:srgbClr val="374146"/>
                </a:solidFill>
                <a:effectLst/>
                <a:latin typeface="OpenSans-Regular"/>
              </a:rPr>
              <a:t>Protoboard</a:t>
            </a:r>
          </a:p>
        </p:txBody>
      </p:sp>
      <p:pic>
        <p:nvPicPr>
          <p:cNvPr id="1026" name="Picture 2" descr="Arduino Lcd I2c Wiring">
            <a:extLst>
              <a:ext uri="{FF2B5EF4-FFF2-40B4-BE49-F238E27FC236}">
                <a16:creationId xmlns:a16="http://schemas.microsoft.com/office/drawing/2014/main" id="{E1A3805C-5D31-4FD2-9451-6E76A4821E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5440" y="2352360"/>
            <a:ext cx="1100900" cy="110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Google Shape;2361;p45">
            <a:extLst>
              <a:ext uri="{FF2B5EF4-FFF2-40B4-BE49-F238E27FC236}">
                <a16:creationId xmlns:a16="http://schemas.microsoft.com/office/drawing/2014/main" id="{EC16D9E7-2952-4174-8F8E-95244517E8C0}"/>
              </a:ext>
            </a:extLst>
          </p:cNvPr>
          <p:cNvSpPr txBox="1">
            <a:spLocks/>
          </p:cNvSpPr>
          <p:nvPr/>
        </p:nvSpPr>
        <p:spPr>
          <a:xfrm>
            <a:off x="1950782" y="1720686"/>
            <a:ext cx="1375413" cy="42135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Hind Light"/>
              <a:buChar char="●"/>
              <a:defRPr sz="14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indent="0">
              <a:buClr>
                <a:srgbClr val="333333"/>
              </a:buClr>
              <a:buSzPts val="1100"/>
              <a:buFont typeface="Arial"/>
              <a:buNone/>
            </a:pPr>
            <a:r>
              <a:rPr lang="es-CO" dirty="0">
                <a:solidFill>
                  <a:srgbClr val="374146"/>
                </a:solidFill>
                <a:latin typeface="OpenSans-Regular"/>
              </a:rPr>
              <a:t>Pantalla LCD I2C</a:t>
            </a:r>
            <a:endParaRPr lang="es-CO" b="0" i="0" dirty="0">
              <a:solidFill>
                <a:srgbClr val="374146"/>
              </a:solidFill>
              <a:effectLst/>
              <a:latin typeface="OpenSans-Regular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B3ADCFB-FC31-48BE-972A-5AB2E2A32A1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26950" y="1569601"/>
            <a:ext cx="5541520" cy="3573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0" name="Google Shape;2360;p45"/>
          <p:cNvSpPr txBox="1">
            <a:spLocks noGrp="1"/>
          </p:cNvSpPr>
          <p:nvPr>
            <p:ph type="title"/>
          </p:nvPr>
        </p:nvSpPr>
        <p:spPr>
          <a:xfrm>
            <a:off x="90154" y="-139362"/>
            <a:ext cx="2960894" cy="6617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dirty="0">
                <a:solidFill>
                  <a:schemeClr val="accent3"/>
                </a:solidFill>
              </a:rPr>
              <a:t>Paso a paso</a:t>
            </a:r>
            <a:br>
              <a:rPr lang="en" sz="3200" dirty="0">
                <a:solidFill>
                  <a:schemeClr val="accent3"/>
                </a:solidFill>
              </a:rPr>
            </a:br>
            <a:endParaRPr sz="3200" dirty="0"/>
          </a:p>
        </p:txBody>
      </p:sp>
      <p:sp>
        <p:nvSpPr>
          <p:cNvPr id="29" name="Google Shape;2360;p45">
            <a:extLst>
              <a:ext uri="{FF2B5EF4-FFF2-40B4-BE49-F238E27FC236}">
                <a16:creationId xmlns:a16="http://schemas.microsoft.com/office/drawing/2014/main" id="{3602B36F-FDFA-42FD-8C8C-688535BDA0C1}"/>
              </a:ext>
            </a:extLst>
          </p:cNvPr>
          <p:cNvSpPr txBox="1">
            <a:spLocks/>
          </p:cNvSpPr>
          <p:nvPr/>
        </p:nvSpPr>
        <p:spPr>
          <a:xfrm>
            <a:off x="-5321" y="327705"/>
            <a:ext cx="436071" cy="555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>
              <a:buSzPts val="1100"/>
              <a:buFont typeface="Arial"/>
              <a:buNone/>
            </a:pPr>
            <a:r>
              <a:rPr lang="es-CO" sz="1600" dirty="0">
                <a:solidFill>
                  <a:schemeClr val="accent3"/>
                </a:solidFill>
              </a:rPr>
              <a:t>1)</a:t>
            </a:r>
            <a:br>
              <a:rPr lang="es-CO" sz="3200" dirty="0">
                <a:solidFill>
                  <a:schemeClr val="accent3"/>
                </a:solidFill>
              </a:rPr>
            </a:br>
            <a:endParaRPr lang="es-CO" sz="3200" dirty="0"/>
          </a:p>
        </p:txBody>
      </p:sp>
      <p:sp>
        <p:nvSpPr>
          <p:cNvPr id="30" name="Google Shape;2360;p45">
            <a:extLst>
              <a:ext uri="{FF2B5EF4-FFF2-40B4-BE49-F238E27FC236}">
                <a16:creationId xmlns:a16="http://schemas.microsoft.com/office/drawing/2014/main" id="{5AD28E10-2F48-4D57-91E4-416565E30628}"/>
              </a:ext>
            </a:extLst>
          </p:cNvPr>
          <p:cNvSpPr txBox="1">
            <a:spLocks/>
          </p:cNvSpPr>
          <p:nvPr/>
        </p:nvSpPr>
        <p:spPr>
          <a:xfrm>
            <a:off x="0" y="2463750"/>
            <a:ext cx="627894" cy="555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>
              <a:buSzPts val="1100"/>
              <a:buFont typeface="Arial"/>
              <a:buNone/>
            </a:pPr>
            <a:r>
              <a:rPr lang="es-CO" sz="1600" dirty="0">
                <a:solidFill>
                  <a:schemeClr val="accent3"/>
                </a:solidFill>
              </a:rPr>
              <a:t>2)</a:t>
            </a:r>
            <a:br>
              <a:rPr lang="es-CO" sz="3200" dirty="0">
                <a:solidFill>
                  <a:schemeClr val="accent3"/>
                </a:solidFill>
              </a:rPr>
            </a:br>
            <a:endParaRPr lang="es-CO" sz="3200" dirty="0"/>
          </a:p>
        </p:txBody>
      </p:sp>
      <p:sp>
        <p:nvSpPr>
          <p:cNvPr id="33" name="Google Shape;2331;p44">
            <a:extLst>
              <a:ext uri="{FF2B5EF4-FFF2-40B4-BE49-F238E27FC236}">
                <a16:creationId xmlns:a16="http://schemas.microsoft.com/office/drawing/2014/main" id="{B0EBC14F-806F-448F-81B1-A49DB55F4D4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24800" y="841146"/>
            <a:ext cx="1779598" cy="13446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bg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>
                <a:solidFill>
                  <a:schemeClr val="tx1">
                    <a:lumMod val="50000"/>
                  </a:schemeClr>
                </a:solidFill>
              </a:rPr>
              <a:t>Conectar el sensor de líquidos a GND y VCC, cable OUT (amarillo) a PIN 2 Digital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CF1C16C1-BB6E-4633-A422-529D0204763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573"/>
          <a:stretch/>
        </p:blipFill>
        <p:spPr>
          <a:xfrm>
            <a:off x="2795998" y="327705"/>
            <a:ext cx="1038454" cy="2111193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AF7E3239-F599-409E-8D43-367F528684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4569" y="2915873"/>
            <a:ext cx="1133555" cy="2111193"/>
          </a:xfrm>
          <a:prstGeom prst="rect">
            <a:avLst/>
          </a:prstGeom>
        </p:spPr>
      </p:pic>
      <p:sp>
        <p:nvSpPr>
          <p:cNvPr id="39" name="Google Shape;2331;p44">
            <a:extLst>
              <a:ext uri="{FF2B5EF4-FFF2-40B4-BE49-F238E27FC236}">
                <a16:creationId xmlns:a16="http://schemas.microsoft.com/office/drawing/2014/main" id="{7B5E8295-0813-4B54-925E-20FCA1CF8B98}"/>
              </a:ext>
            </a:extLst>
          </p:cNvPr>
          <p:cNvSpPr txBox="1">
            <a:spLocks/>
          </p:cNvSpPr>
          <p:nvPr/>
        </p:nvSpPr>
        <p:spPr>
          <a:xfrm>
            <a:off x="424800" y="3215495"/>
            <a:ext cx="1779598" cy="135183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Hind Light"/>
              <a:buChar char="●"/>
              <a:defRPr sz="14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indent="0" algn="just">
              <a:buFont typeface="Hind Light"/>
              <a:buNone/>
            </a:pPr>
            <a:r>
              <a:rPr lang="es-ES" dirty="0">
                <a:solidFill>
                  <a:schemeClr val="tx1">
                    <a:lumMod val="50000"/>
                  </a:schemeClr>
                </a:solidFill>
              </a:rPr>
              <a:t>Conectar el sensor de obstáculos IR a GND, VCC y cable OUT (Verde) a PIN 3</a:t>
            </a:r>
          </a:p>
          <a:p>
            <a:pPr marL="0" indent="0" algn="just">
              <a:buFont typeface="Hind Light"/>
              <a:buNone/>
            </a:pPr>
            <a:r>
              <a:rPr lang="es-ES" dirty="0">
                <a:solidFill>
                  <a:schemeClr val="tx1">
                    <a:lumMod val="50000"/>
                  </a:schemeClr>
                </a:solidFill>
              </a:rPr>
              <a:t>PWM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31A4735-86FA-44D1-879F-C9732E2D5FF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4431" r="8286"/>
          <a:stretch/>
        </p:blipFill>
        <p:spPr>
          <a:xfrm>
            <a:off x="4558354" y="2816661"/>
            <a:ext cx="4160846" cy="232683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2F89AAA-E2C3-4D4D-B12B-57B73D139EA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4978" b="15031"/>
          <a:stretch/>
        </p:blipFill>
        <p:spPr>
          <a:xfrm>
            <a:off x="4558354" y="94722"/>
            <a:ext cx="4160846" cy="236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325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0" name="Google Shape;2360;p45"/>
          <p:cNvSpPr txBox="1">
            <a:spLocks noGrp="1"/>
          </p:cNvSpPr>
          <p:nvPr>
            <p:ph type="title"/>
          </p:nvPr>
        </p:nvSpPr>
        <p:spPr>
          <a:xfrm>
            <a:off x="90154" y="-139362"/>
            <a:ext cx="2960894" cy="6617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dirty="0">
                <a:solidFill>
                  <a:schemeClr val="accent3"/>
                </a:solidFill>
              </a:rPr>
              <a:t>Paso a paso</a:t>
            </a:r>
            <a:br>
              <a:rPr lang="en" sz="3200" dirty="0">
                <a:solidFill>
                  <a:schemeClr val="accent3"/>
                </a:solidFill>
              </a:rPr>
            </a:br>
            <a:endParaRPr sz="3200" dirty="0"/>
          </a:p>
        </p:txBody>
      </p:sp>
      <p:sp>
        <p:nvSpPr>
          <p:cNvPr id="31" name="Google Shape;2360;p45">
            <a:extLst>
              <a:ext uri="{FF2B5EF4-FFF2-40B4-BE49-F238E27FC236}">
                <a16:creationId xmlns:a16="http://schemas.microsoft.com/office/drawing/2014/main" id="{BBE80E64-E69D-4694-8276-891A35A5106E}"/>
              </a:ext>
            </a:extLst>
          </p:cNvPr>
          <p:cNvSpPr txBox="1">
            <a:spLocks/>
          </p:cNvSpPr>
          <p:nvPr/>
        </p:nvSpPr>
        <p:spPr>
          <a:xfrm>
            <a:off x="90154" y="399733"/>
            <a:ext cx="436071" cy="555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>
              <a:buSzPts val="1100"/>
              <a:buFont typeface="Arial"/>
              <a:buNone/>
            </a:pPr>
            <a:r>
              <a:rPr lang="es-CO" sz="1600" dirty="0">
                <a:solidFill>
                  <a:schemeClr val="accent3"/>
                </a:solidFill>
              </a:rPr>
              <a:t>3)</a:t>
            </a:r>
            <a:br>
              <a:rPr lang="es-CO" sz="3200" dirty="0">
                <a:solidFill>
                  <a:schemeClr val="accent3"/>
                </a:solidFill>
              </a:rPr>
            </a:br>
            <a:endParaRPr lang="es-CO" sz="3200" dirty="0"/>
          </a:p>
        </p:txBody>
      </p:sp>
      <p:sp>
        <p:nvSpPr>
          <p:cNvPr id="33" name="Google Shape;2331;p44">
            <a:extLst>
              <a:ext uri="{FF2B5EF4-FFF2-40B4-BE49-F238E27FC236}">
                <a16:creationId xmlns:a16="http://schemas.microsoft.com/office/drawing/2014/main" id="{B0EBC14F-806F-448F-81B1-A49DB55F4D4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36071" y="987509"/>
            <a:ext cx="1736373" cy="92476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>
              <a:buNone/>
            </a:pPr>
            <a:r>
              <a:rPr lang="es-CO" dirty="0">
                <a:solidFill>
                  <a:schemeClr val="tx1">
                    <a:lumMod val="50000"/>
                  </a:schemeClr>
                </a:solidFill>
              </a:rPr>
              <a:t>Conectar Buzzer cable negro a GND y cable rojo a PIN 8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2BAC59F-70F1-4D45-BD5C-EF9EBAE4A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9647" y="522351"/>
            <a:ext cx="2531292" cy="1957967"/>
          </a:xfrm>
          <a:prstGeom prst="rect">
            <a:avLst/>
          </a:prstGeom>
        </p:spPr>
      </p:pic>
      <p:sp>
        <p:nvSpPr>
          <p:cNvPr id="17" name="Google Shape;2360;p45">
            <a:extLst>
              <a:ext uri="{FF2B5EF4-FFF2-40B4-BE49-F238E27FC236}">
                <a16:creationId xmlns:a16="http://schemas.microsoft.com/office/drawing/2014/main" id="{480D6367-8280-4493-8CD0-E65B0F3A9807}"/>
              </a:ext>
            </a:extLst>
          </p:cNvPr>
          <p:cNvSpPr txBox="1">
            <a:spLocks/>
          </p:cNvSpPr>
          <p:nvPr/>
        </p:nvSpPr>
        <p:spPr>
          <a:xfrm>
            <a:off x="0" y="2336853"/>
            <a:ext cx="436071" cy="555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>
              <a:buSzPts val="1100"/>
              <a:buFont typeface="Arial"/>
              <a:buNone/>
            </a:pPr>
            <a:r>
              <a:rPr lang="es-CO" sz="1600" dirty="0">
                <a:solidFill>
                  <a:schemeClr val="accent3"/>
                </a:solidFill>
              </a:rPr>
              <a:t>4)</a:t>
            </a:r>
            <a:br>
              <a:rPr lang="es-CO" sz="3200" dirty="0">
                <a:solidFill>
                  <a:schemeClr val="accent3"/>
                </a:solidFill>
              </a:rPr>
            </a:br>
            <a:endParaRPr lang="es-CO" sz="32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C18B2D6-BD1F-4570-BA8B-E3F710B9A9C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003"/>
          <a:stretch/>
        </p:blipFill>
        <p:spPr>
          <a:xfrm>
            <a:off x="2569647" y="2828659"/>
            <a:ext cx="2531292" cy="1957967"/>
          </a:xfrm>
          <a:prstGeom prst="rect">
            <a:avLst/>
          </a:prstGeom>
        </p:spPr>
      </p:pic>
      <p:sp>
        <p:nvSpPr>
          <p:cNvPr id="18" name="Google Shape;2331;p44">
            <a:extLst>
              <a:ext uri="{FF2B5EF4-FFF2-40B4-BE49-F238E27FC236}">
                <a16:creationId xmlns:a16="http://schemas.microsoft.com/office/drawing/2014/main" id="{B4B86334-BBA1-4D9A-BF97-97A0921EA191}"/>
              </a:ext>
            </a:extLst>
          </p:cNvPr>
          <p:cNvSpPr txBox="1">
            <a:spLocks/>
          </p:cNvSpPr>
          <p:nvPr/>
        </p:nvSpPr>
        <p:spPr>
          <a:xfrm>
            <a:off x="308189" y="3335359"/>
            <a:ext cx="1736373" cy="94456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Hind Light"/>
              <a:buChar char="●"/>
              <a:defRPr sz="14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 sz="2100" b="0" i="0" u="none" strike="noStrike" cap="non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indent="0" algn="ctr">
              <a:buFont typeface="Hind Light"/>
              <a:buNone/>
            </a:pPr>
            <a:r>
              <a:rPr lang="es-ES" dirty="0">
                <a:solidFill>
                  <a:schemeClr val="tx1">
                    <a:lumMod val="50000"/>
                  </a:schemeClr>
                </a:solidFill>
              </a:rPr>
              <a:t>Conectar pantalla LCD I2C a GND, VCC y puertos SDA y SCL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5E90E94-E94F-4266-840A-6E77B35FBB4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926" r="5485" b="17634"/>
          <a:stretch/>
        </p:blipFill>
        <p:spPr>
          <a:xfrm rot="16200000">
            <a:off x="5985782" y="-499764"/>
            <a:ext cx="2349475" cy="349458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686020D-EA5B-44A0-B402-041ACBD053F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1304" t="10156" b="14471"/>
          <a:stretch/>
        </p:blipFill>
        <p:spPr>
          <a:xfrm rot="16200000">
            <a:off x="5985782" y="2148681"/>
            <a:ext cx="2349475" cy="349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720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0" name="Google Shape;2330;p44"/>
          <p:cNvSpPr txBox="1">
            <a:spLocks noGrp="1"/>
          </p:cNvSpPr>
          <p:nvPr>
            <p:ph type="title"/>
          </p:nvPr>
        </p:nvSpPr>
        <p:spPr>
          <a:xfrm>
            <a:off x="1810391" y="1121950"/>
            <a:ext cx="2080969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Código:</a:t>
            </a:r>
            <a:endParaRPr dirty="0"/>
          </a:p>
        </p:txBody>
      </p:sp>
      <p:grpSp>
        <p:nvGrpSpPr>
          <p:cNvPr id="2333" name="Google Shape;2333;p44"/>
          <p:cNvGrpSpPr/>
          <p:nvPr/>
        </p:nvGrpSpPr>
        <p:grpSpPr>
          <a:xfrm>
            <a:off x="6355750" y="4114400"/>
            <a:ext cx="538025" cy="157800"/>
            <a:chOff x="2575325" y="1348650"/>
            <a:chExt cx="538025" cy="157800"/>
          </a:xfrm>
        </p:grpSpPr>
        <p:sp>
          <p:nvSpPr>
            <p:cNvPr id="2334" name="Google Shape;2334;p44"/>
            <p:cNvSpPr/>
            <p:nvPr/>
          </p:nvSpPr>
          <p:spPr>
            <a:xfrm>
              <a:off x="2575325" y="1348650"/>
              <a:ext cx="157800" cy="157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44"/>
            <p:cNvSpPr/>
            <p:nvPr/>
          </p:nvSpPr>
          <p:spPr>
            <a:xfrm>
              <a:off x="2765438" y="1348650"/>
              <a:ext cx="157800" cy="157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44"/>
            <p:cNvSpPr/>
            <p:nvPr/>
          </p:nvSpPr>
          <p:spPr>
            <a:xfrm>
              <a:off x="2955550" y="1348650"/>
              <a:ext cx="157800" cy="157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37" name="Google Shape;2337;p44"/>
          <p:cNvGrpSpPr/>
          <p:nvPr/>
        </p:nvGrpSpPr>
        <p:grpSpPr>
          <a:xfrm>
            <a:off x="1726972" y="4095025"/>
            <a:ext cx="1584577" cy="196549"/>
            <a:chOff x="750197" y="155825"/>
            <a:chExt cx="1584577" cy="196549"/>
          </a:xfrm>
        </p:grpSpPr>
        <p:sp>
          <p:nvSpPr>
            <p:cNvPr id="2338" name="Google Shape;2338;p44"/>
            <p:cNvSpPr/>
            <p:nvPr/>
          </p:nvSpPr>
          <p:spPr>
            <a:xfrm rot="-5400000">
              <a:off x="2093744" y="299443"/>
              <a:ext cx="52930" cy="52930"/>
            </a:xfrm>
            <a:custGeom>
              <a:avLst/>
              <a:gdLst/>
              <a:ahLst/>
              <a:cxnLst/>
              <a:rect l="l" t="t" r="r" b="b"/>
              <a:pathLst>
                <a:path w="1221" h="1221" extrusionOk="0">
                  <a:moveTo>
                    <a:pt x="659" y="0"/>
                  </a:moveTo>
                  <a:cubicBezTo>
                    <a:pt x="252" y="0"/>
                    <a:pt x="0" y="252"/>
                    <a:pt x="0" y="640"/>
                  </a:cubicBezTo>
                  <a:cubicBezTo>
                    <a:pt x="0" y="969"/>
                    <a:pt x="252" y="1221"/>
                    <a:pt x="659" y="1221"/>
                  </a:cubicBezTo>
                  <a:cubicBezTo>
                    <a:pt x="969" y="1221"/>
                    <a:pt x="1221" y="969"/>
                    <a:pt x="1221" y="640"/>
                  </a:cubicBezTo>
                  <a:cubicBezTo>
                    <a:pt x="1221" y="252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44"/>
            <p:cNvSpPr/>
            <p:nvPr/>
          </p:nvSpPr>
          <p:spPr>
            <a:xfrm rot="-5400000">
              <a:off x="1915294" y="299855"/>
              <a:ext cx="52930" cy="52107"/>
            </a:xfrm>
            <a:custGeom>
              <a:avLst/>
              <a:gdLst/>
              <a:ahLst/>
              <a:cxnLst/>
              <a:rect l="l" t="t" r="r" b="b"/>
              <a:pathLst>
                <a:path w="1221" h="1202" extrusionOk="0">
                  <a:moveTo>
                    <a:pt x="659" y="1"/>
                  </a:moveTo>
                  <a:cubicBezTo>
                    <a:pt x="252" y="1"/>
                    <a:pt x="0" y="233"/>
                    <a:pt x="0" y="563"/>
                  </a:cubicBezTo>
                  <a:cubicBezTo>
                    <a:pt x="0" y="969"/>
                    <a:pt x="252" y="1202"/>
                    <a:pt x="659" y="1202"/>
                  </a:cubicBezTo>
                  <a:cubicBezTo>
                    <a:pt x="969" y="1202"/>
                    <a:pt x="1221" y="969"/>
                    <a:pt x="1221" y="563"/>
                  </a:cubicBezTo>
                  <a:cubicBezTo>
                    <a:pt x="1221" y="233"/>
                    <a:pt x="969" y="1"/>
                    <a:pt x="6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44"/>
            <p:cNvSpPr/>
            <p:nvPr/>
          </p:nvSpPr>
          <p:spPr>
            <a:xfrm rot="-5400000">
              <a:off x="1735196" y="297753"/>
              <a:ext cx="52930" cy="56312"/>
            </a:xfrm>
            <a:custGeom>
              <a:avLst/>
              <a:gdLst/>
              <a:ahLst/>
              <a:cxnLst/>
              <a:rect l="l" t="t" r="r" b="b"/>
              <a:pathLst>
                <a:path w="1221" h="1299" extrusionOk="0">
                  <a:moveTo>
                    <a:pt x="659" y="0"/>
                  </a:moveTo>
                  <a:cubicBezTo>
                    <a:pt x="252" y="0"/>
                    <a:pt x="0" y="330"/>
                    <a:pt x="0" y="640"/>
                  </a:cubicBezTo>
                  <a:cubicBezTo>
                    <a:pt x="0" y="969"/>
                    <a:pt x="252" y="1298"/>
                    <a:pt x="659" y="1298"/>
                  </a:cubicBezTo>
                  <a:cubicBezTo>
                    <a:pt x="969" y="1298"/>
                    <a:pt x="1221" y="969"/>
                    <a:pt x="1221" y="640"/>
                  </a:cubicBezTo>
                  <a:cubicBezTo>
                    <a:pt x="1221" y="330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44"/>
            <p:cNvSpPr/>
            <p:nvPr/>
          </p:nvSpPr>
          <p:spPr>
            <a:xfrm rot="-5400000">
              <a:off x="1556334" y="297753"/>
              <a:ext cx="52930" cy="56312"/>
            </a:xfrm>
            <a:custGeom>
              <a:avLst/>
              <a:gdLst/>
              <a:ahLst/>
              <a:cxnLst/>
              <a:rect l="l" t="t" r="r" b="b"/>
              <a:pathLst>
                <a:path w="1221" h="1299" extrusionOk="0">
                  <a:moveTo>
                    <a:pt x="659" y="0"/>
                  </a:moveTo>
                  <a:cubicBezTo>
                    <a:pt x="252" y="0"/>
                    <a:pt x="0" y="330"/>
                    <a:pt x="0" y="659"/>
                  </a:cubicBezTo>
                  <a:cubicBezTo>
                    <a:pt x="0" y="969"/>
                    <a:pt x="252" y="1298"/>
                    <a:pt x="659" y="1298"/>
                  </a:cubicBezTo>
                  <a:cubicBezTo>
                    <a:pt x="969" y="1298"/>
                    <a:pt x="1221" y="969"/>
                    <a:pt x="1221" y="659"/>
                  </a:cubicBezTo>
                  <a:cubicBezTo>
                    <a:pt x="1221" y="330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44"/>
            <p:cNvSpPr/>
            <p:nvPr/>
          </p:nvSpPr>
          <p:spPr>
            <a:xfrm rot="-5400000">
              <a:off x="1378296" y="297753"/>
              <a:ext cx="52930" cy="56312"/>
            </a:xfrm>
            <a:custGeom>
              <a:avLst/>
              <a:gdLst/>
              <a:ahLst/>
              <a:cxnLst/>
              <a:rect l="l" t="t" r="r" b="b"/>
              <a:pathLst>
                <a:path w="1221" h="1299" extrusionOk="0">
                  <a:moveTo>
                    <a:pt x="659" y="1"/>
                  </a:moveTo>
                  <a:cubicBezTo>
                    <a:pt x="252" y="1"/>
                    <a:pt x="0" y="330"/>
                    <a:pt x="0" y="640"/>
                  </a:cubicBezTo>
                  <a:cubicBezTo>
                    <a:pt x="0" y="969"/>
                    <a:pt x="252" y="1299"/>
                    <a:pt x="659" y="1299"/>
                  </a:cubicBezTo>
                  <a:cubicBezTo>
                    <a:pt x="969" y="1299"/>
                    <a:pt x="1221" y="969"/>
                    <a:pt x="1221" y="640"/>
                  </a:cubicBezTo>
                  <a:cubicBezTo>
                    <a:pt x="1221" y="330"/>
                    <a:pt x="969" y="1"/>
                    <a:pt x="6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44"/>
            <p:cNvSpPr/>
            <p:nvPr/>
          </p:nvSpPr>
          <p:spPr>
            <a:xfrm rot="-5400000">
              <a:off x="1197765" y="299422"/>
              <a:ext cx="52930" cy="52974"/>
            </a:xfrm>
            <a:custGeom>
              <a:avLst/>
              <a:gdLst/>
              <a:ahLst/>
              <a:cxnLst/>
              <a:rect l="l" t="t" r="r" b="b"/>
              <a:pathLst>
                <a:path w="1221" h="1222" extrusionOk="0">
                  <a:moveTo>
                    <a:pt x="659" y="1"/>
                  </a:moveTo>
                  <a:cubicBezTo>
                    <a:pt x="252" y="1"/>
                    <a:pt x="0" y="253"/>
                    <a:pt x="0" y="660"/>
                  </a:cubicBezTo>
                  <a:cubicBezTo>
                    <a:pt x="0" y="970"/>
                    <a:pt x="252" y="1221"/>
                    <a:pt x="659" y="1221"/>
                  </a:cubicBezTo>
                  <a:cubicBezTo>
                    <a:pt x="969" y="1221"/>
                    <a:pt x="1221" y="970"/>
                    <a:pt x="1221" y="660"/>
                  </a:cubicBezTo>
                  <a:cubicBezTo>
                    <a:pt x="1221" y="253"/>
                    <a:pt x="969" y="1"/>
                    <a:pt x="6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44"/>
            <p:cNvSpPr/>
            <p:nvPr/>
          </p:nvSpPr>
          <p:spPr>
            <a:xfrm rot="-5400000">
              <a:off x="1019336" y="299855"/>
              <a:ext cx="52930" cy="52107"/>
            </a:xfrm>
            <a:custGeom>
              <a:avLst/>
              <a:gdLst/>
              <a:ahLst/>
              <a:cxnLst/>
              <a:rect l="l" t="t" r="r" b="b"/>
              <a:pathLst>
                <a:path w="1221" h="1202" extrusionOk="0">
                  <a:moveTo>
                    <a:pt x="659" y="0"/>
                  </a:moveTo>
                  <a:cubicBezTo>
                    <a:pt x="252" y="0"/>
                    <a:pt x="0" y="233"/>
                    <a:pt x="0" y="640"/>
                  </a:cubicBezTo>
                  <a:cubicBezTo>
                    <a:pt x="0" y="969"/>
                    <a:pt x="252" y="1201"/>
                    <a:pt x="659" y="1201"/>
                  </a:cubicBezTo>
                  <a:cubicBezTo>
                    <a:pt x="969" y="1201"/>
                    <a:pt x="1221" y="969"/>
                    <a:pt x="1221" y="640"/>
                  </a:cubicBezTo>
                  <a:cubicBezTo>
                    <a:pt x="1221" y="233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44"/>
            <p:cNvSpPr/>
            <p:nvPr/>
          </p:nvSpPr>
          <p:spPr>
            <a:xfrm rot="-5400000">
              <a:off x="840886" y="299443"/>
              <a:ext cx="52930" cy="52930"/>
            </a:xfrm>
            <a:custGeom>
              <a:avLst/>
              <a:gdLst/>
              <a:ahLst/>
              <a:cxnLst/>
              <a:rect l="l" t="t" r="r" b="b"/>
              <a:pathLst>
                <a:path w="1221" h="1221" extrusionOk="0">
                  <a:moveTo>
                    <a:pt x="659" y="1"/>
                  </a:moveTo>
                  <a:cubicBezTo>
                    <a:pt x="252" y="1"/>
                    <a:pt x="0" y="252"/>
                    <a:pt x="0" y="582"/>
                  </a:cubicBezTo>
                  <a:cubicBezTo>
                    <a:pt x="0" y="969"/>
                    <a:pt x="252" y="1221"/>
                    <a:pt x="659" y="1221"/>
                  </a:cubicBezTo>
                  <a:cubicBezTo>
                    <a:pt x="969" y="1221"/>
                    <a:pt x="1221" y="969"/>
                    <a:pt x="1221" y="582"/>
                  </a:cubicBezTo>
                  <a:cubicBezTo>
                    <a:pt x="1221" y="252"/>
                    <a:pt x="969" y="1"/>
                    <a:pt x="6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44"/>
            <p:cNvSpPr/>
            <p:nvPr/>
          </p:nvSpPr>
          <p:spPr>
            <a:xfrm rot="-5400000">
              <a:off x="2181051" y="155825"/>
              <a:ext cx="56312" cy="56312"/>
            </a:xfrm>
            <a:custGeom>
              <a:avLst/>
              <a:gdLst/>
              <a:ahLst/>
              <a:cxnLst/>
              <a:rect l="l" t="t" r="r" b="b"/>
              <a:pathLst>
                <a:path w="1299" h="1299" extrusionOk="0">
                  <a:moveTo>
                    <a:pt x="640" y="1"/>
                  </a:moveTo>
                  <a:cubicBezTo>
                    <a:pt x="330" y="1"/>
                    <a:pt x="0" y="330"/>
                    <a:pt x="0" y="659"/>
                  </a:cubicBezTo>
                  <a:cubicBezTo>
                    <a:pt x="0" y="969"/>
                    <a:pt x="330" y="1299"/>
                    <a:pt x="640" y="1299"/>
                  </a:cubicBezTo>
                  <a:cubicBezTo>
                    <a:pt x="969" y="1299"/>
                    <a:pt x="1298" y="969"/>
                    <a:pt x="1298" y="659"/>
                  </a:cubicBezTo>
                  <a:cubicBezTo>
                    <a:pt x="1298" y="330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44"/>
            <p:cNvSpPr/>
            <p:nvPr/>
          </p:nvSpPr>
          <p:spPr>
            <a:xfrm rot="-5400000">
              <a:off x="2000953" y="157927"/>
              <a:ext cx="56312" cy="52107"/>
            </a:xfrm>
            <a:custGeom>
              <a:avLst/>
              <a:gdLst/>
              <a:ahLst/>
              <a:cxnLst/>
              <a:rect l="l" t="t" r="r" b="b"/>
              <a:pathLst>
                <a:path w="1299" h="1202" extrusionOk="0">
                  <a:moveTo>
                    <a:pt x="640" y="0"/>
                  </a:moveTo>
                  <a:cubicBezTo>
                    <a:pt x="330" y="0"/>
                    <a:pt x="0" y="233"/>
                    <a:pt x="0" y="640"/>
                  </a:cubicBezTo>
                  <a:cubicBezTo>
                    <a:pt x="0" y="969"/>
                    <a:pt x="330" y="1201"/>
                    <a:pt x="640" y="1201"/>
                  </a:cubicBezTo>
                  <a:cubicBezTo>
                    <a:pt x="969" y="1201"/>
                    <a:pt x="1298" y="969"/>
                    <a:pt x="1298" y="640"/>
                  </a:cubicBezTo>
                  <a:cubicBezTo>
                    <a:pt x="1298" y="233"/>
                    <a:pt x="969" y="0"/>
                    <a:pt x="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44"/>
            <p:cNvSpPr/>
            <p:nvPr/>
          </p:nvSpPr>
          <p:spPr>
            <a:xfrm rot="-5400000">
              <a:off x="1822503" y="157515"/>
              <a:ext cx="56312" cy="52930"/>
            </a:xfrm>
            <a:custGeom>
              <a:avLst/>
              <a:gdLst/>
              <a:ahLst/>
              <a:cxnLst/>
              <a:rect l="l" t="t" r="r" b="b"/>
              <a:pathLst>
                <a:path w="1299" h="1221" extrusionOk="0">
                  <a:moveTo>
                    <a:pt x="640" y="0"/>
                  </a:moveTo>
                  <a:cubicBezTo>
                    <a:pt x="330" y="0"/>
                    <a:pt x="0" y="252"/>
                    <a:pt x="0" y="562"/>
                  </a:cubicBezTo>
                  <a:cubicBezTo>
                    <a:pt x="0" y="969"/>
                    <a:pt x="330" y="1221"/>
                    <a:pt x="640" y="1221"/>
                  </a:cubicBezTo>
                  <a:cubicBezTo>
                    <a:pt x="969" y="1221"/>
                    <a:pt x="1298" y="969"/>
                    <a:pt x="1298" y="562"/>
                  </a:cubicBezTo>
                  <a:cubicBezTo>
                    <a:pt x="1298" y="252"/>
                    <a:pt x="969" y="0"/>
                    <a:pt x="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44"/>
            <p:cNvSpPr/>
            <p:nvPr/>
          </p:nvSpPr>
          <p:spPr>
            <a:xfrm rot="-5400000">
              <a:off x="1644053" y="157927"/>
              <a:ext cx="56312" cy="52107"/>
            </a:xfrm>
            <a:custGeom>
              <a:avLst/>
              <a:gdLst/>
              <a:ahLst/>
              <a:cxnLst/>
              <a:rect l="l" t="t" r="r" b="b"/>
              <a:pathLst>
                <a:path w="1299" h="1202" extrusionOk="0">
                  <a:moveTo>
                    <a:pt x="640" y="1"/>
                  </a:moveTo>
                  <a:cubicBezTo>
                    <a:pt x="330" y="1"/>
                    <a:pt x="0" y="233"/>
                    <a:pt x="0" y="563"/>
                  </a:cubicBezTo>
                  <a:cubicBezTo>
                    <a:pt x="0" y="969"/>
                    <a:pt x="330" y="1202"/>
                    <a:pt x="640" y="1202"/>
                  </a:cubicBezTo>
                  <a:cubicBezTo>
                    <a:pt x="969" y="1202"/>
                    <a:pt x="1298" y="969"/>
                    <a:pt x="1298" y="563"/>
                  </a:cubicBezTo>
                  <a:cubicBezTo>
                    <a:pt x="1298" y="233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44"/>
            <p:cNvSpPr/>
            <p:nvPr/>
          </p:nvSpPr>
          <p:spPr>
            <a:xfrm rot="-5400000">
              <a:off x="1463955" y="155825"/>
              <a:ext cx="56312" cy="56312"/>
            </a:xfrm>
            <a:custGeom>
              <a:avLst/>
              <a:gdLst/>
              <a:ahLst/>
              <a:cxnLst/>
              <a:rect l="l" t="t" r="r" b="b"/>
              <a:pathLst>
                <a:path w="1299" h="1299" extrusionOk="0">
                  <a:moveTo>
                    <a:pt x="640" y="0"/>
                  </a:moveTo>
                  <a:cubicBezTo>
                    <a:pt x="330" y="0"/>
                    <a:pt x="0" y="330"/>
                    <a:pt x="0" y="640"/>
                  </a:cubicBezTo>
                  <a:cubicBezTo>
                    <a:pt x="0" y="969"/>
                    <a:pt x="330" y="1298"/>
                    <a:pt x="640" y="1298"/>
                  </a:cubicBezTo>
                  <a:cubicBezTo>
                    <a:pt x="969" y="1298"/>
                    <a:pt x="1298" y="969"/>
                    <a:pt x="1298" y="640"/>
                  </a:cubicBezTo>
                  <a:cubicBezTo>
                    <a:pt x="1298" y="330"/>
                    <a:pt x="969" y="0"/>
                    <a:pt x="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44"/>
            <p:cNvSpPr/>
            <p:nvPr/>
          </p:nvSpPr>
          <p:spPr>
            <a:xfrm rot="-5400000">
              <a:off x="1285505" y="156237"/>
              <a:ext cx="56312" cy="55488"/>
            </a:xfrm>
            <a:custGeom>
              <a:avLst/>
              <a:gdLst/>
              <a:ahLst/>
              <a:cxnLst/>
              <a:rect l="l" t="t" r="r" b="b"/>
              <a:pathLst>
                <a:path w="1299" h="1280" extrusionOk="0">
                  <a:moveTo>
                    <a:pt x="640" y="1"/>
                  </a:moveTo>
                  <a:cubicBezTo>
                    <a:pt x="330" y="1"/>
                    <a:pt x="0" y="311"/>
                    <a:pt x="0" y="640"/>
                  </a:cubicBezTo>
                  <a:cubicBezTo>
                    <a:pt x="0" y="969"/>
                    <a:pt x="330" y="1279"/>
                    <a:pt x="640" y="1279"/>
                  </a:cubicBezTo>
                  <a:cubicBezTo>
                    <a:pt x="969" y="1279"/>
                    <a:pt x="1298" y="969"/>
                    <a:pt x="1298" y="640"/>
                  </a:cubicBezTo>
                  <a:cubicBezTo>
                    <a:pt x="1298" y="311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44"/>
            <p:cNvSpPr/>
            <p:nvPr/>
          </p:nvSpPr>
          <p:spPr>
            <a:xfrm rot="-5400000">
              <a:off x="1107055" y="155825"/>
              <a:ext cx="56312" cy="56312"/>
            </a:xfrm>
            <a:custGeom>
              <a:avLst/>
              <a:gdLst/>
              <a:ahLst/>
              <a:cxnLst/>
              <a:rect l="l" t="t" r="r" b="b"/>
              <a:pathLst>
                <a:path w="1299" h="1299" extrusionOk="0">
                  <a:moveTo>
                    <a:pt x="640" y="1"/>
                  </a:moveTo>
                  <a:cubicBezTo>
                    <a:pt x="330" y="1"/>
                    <a:pt x="0" y="330"/>
                    <a:pt x="0" y="640"/>
                  </a:cubicBezTo>
                  <a:cubicBezTo>
                    <a:pt x="0" y="970"/>
                    <a:pt x="330" y="1299"/>
                    <a:pt x="640" y="1299"/>
                  </a:cubicBezTo>
                  <a:cubicBezTo>
                    <a:pt x="969" y="1299"/>
                    <a:pt x="1298" y="970"/>
                    <a:pt x="1298" y="640"/>
                  </a:cubicBezTo>
                  <a:cubicBezTo>
                    <a:pt x="1298" y="330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44"/>
            <p:cNvSpPr/>
            <p:nvPr/>
          </p:nvSpPr>
          <p:spPr>
            <a:xfrm rot="-5400000">
              <a:off x="926957" y="157927"/>
              <a:ext cx="56312" cy="52107"/>
            </a:xfrm>
            <a:custGeom>
              <a:avLst/>
              <a:gdLst/>
              <a:ahLst/>
              <a:cxnLst/>
              <a:rect l="l" t="t" r="r" b="b"/>
              <a:pathLst>
                <a:path w="1299" h="1202" extrusionOk="0">
                  <a:moveTo>
                    <a:pt x="640" y="0"/>
                  </a:moveTo>
                  <a:cubicBezTo>
                    <a:pt x="330" y="0"/>
                    <a:pt x="0" y="233"/>
                    <a:pt x="0" y="640"/>
                  </a:cubicBezTo>
                  <a:cubicBezTo>
                    <a:pt x="0" y="969"/>
                    <a:pt x="330" y="1201"/>
                    <a:pt x="640" y="1201"/>
                  </a:cubicBezTo>
                  <a:cubicBezTo>
                    <a:pt x="969" y="1201"/>
                    <a:pt x="1298" y="969"/>
                    <a:pt x="1298" y="640"/>
                  </a:cubicBezTo>
                  <a:cubicBezTo>
                    <a:pt x="1298" y="233"/>
                    <a:pt x="969" y="0"/>
                    <a:pt x="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44"/>
            <p:cNvSpPr/>
            <p:nvPr/>
          </p:nvSpPr>
          <p:spPr>
            <a:xfrm rot="-5400000">
              <a:off x="748507" y="157515"/>
              <a:ext cx="56312" cy="52930"/>
            </a:xfrm>
            <a:custGeom>
              <a:avLst/>
              <a:gdLst/>
              <a:ahLst/>
              <a:cxnLst/>
              <a:rect l="l" t="t" r="r" b="b"/>
              <a:pathLst>
                <a:path w="1299" h="1221" extrusionOk="0">
                  <a:moveTo>
                    <a:pt x="640" y="1"/>
                  </a:moveTo>
                  <a:cubicBezTo>
                    <a:pt x="330" y="1"/>
                    <a:pt x="0" y="252"/>
                    <a:pt x="0" y="562"/>
                  </a:cubicBezTo>
                  <a:cubicBezTo>
                    <a:pt x="0" y="969"/>
                    <a:pt x="330" y="1221"/>
                    <a:pt x="640" y="1221"/>
                  </a:cubicBezTo>
                  <a:cubicBezTo>
                    <a:pt x="969" y="1221"/>
                    <a:pt x="1298" y="969"/>
                    <a:pt x="1298" y="562"/>
                  </a:cubicBezTo>
                  <a:cubicBezTo>
                    <a:pt x="1298" y="252"/>
                    <a:pt x="969" y="1"/>
                    <a:pt x="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44"/>
            <p:cNvSpPr/>
            <p:nvPr/>
          </p:nvSpPr>
          <p:spPr>
            <a:xfrm rot="-5400000">
              <a:off x="2281844" y="299443"/>
              <a:ext cx="52930" cy="52930"/>
            </a:xfrm>
            <a:custGeom>
              <a:avLst/>
              <a:gdLst/>
              <a:ahLst/>
              <a:cxnLst/>
              <a:rect l="l" t="t" r="r" b="b"/>
              <a:pathLst>
                <a:path w="1221" h="1221" extrusionOk="0">
                  <a:moveTo>
                    <a:pt x="659" y="0"/>
                  </a:moveTo>
                  <a:cubicBezTo>
                    <a:pt x="252" y="0"/>
                    <a:pt x="0" y="252"/>
                    <a:pt x="0" y="640"/>
                  </a:cubicBezTo>
                  <a:cubicBezTo>
                    <a:pt x="0" y="969"/>
                    <a:pt x="252" y="1221"/>
                    <a:pt x="659" y="1221"/>
                  </a:cubicBezTo>
                  <a:cubicBezTo>
                    <a:pt x="969" y="1221"/>
                    <a:pt x="1221" y="969"/>
                    <a:pt x="1221" y="640"/>
                  </a:cubicBezTo>
                  <a:cubicBezTo>
                    <a:pt x="1221" y="252"/>
                    <a:pt x="969" y="0"/>
                    <a:pt x="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Subtítulo 2">
            <a:extLst>
              <a:ext uri="{FF2B5EF4-FFF2-40B4-BE49-F238E27FC236}">
                <a16:creationId xmlns:a16="http://schemas.microsoft.com/office/drawing/2014/main" id="{E37A9806-5EE1-45A2-9E44-A069CF8BEB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40155" y="2079519"/>
            <a:ext cx="2104649" cy="570352"/>
          </a:xfrm>
        </p:spPr>
        <p:txBody>
          <a:bodyPr/>
          <a:lstStyle/>
          <a:p>
            <a:r>
              <a:rPr lang="es-CO" sz="2000" b="1" dirty="0">
                <a:solidFill>
                  <a:srgbClr val="00B0F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Arduino Cloud</a:t>
            </a:r>
            <a:endParaRPr lang="es-CO" sz="2000" b="1" dirty="0">
              <a:solidFill>
                <a:srgbClr val="00B0F0"/>
              </a:solidFill>
            </a:endParaRP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25C2A554-7B2D-41F6-A5D4-AA0D3C66149D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pPr algn="ctr"/>
            <a:endParaRPr lang="es-CO" sz="2000" dirty="0"/>
          </a:p>
          <a:p>
            <a:pPr algn="ctr"/>
            <a:r>
              <a:rPr lang="es-CO" sz="2000" b="1" dirty="0">
                <a:solidFill>
                  <a:srgbClr val="00B0F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YouTube</a:t>
            </a:r>
            <a:endParaRPr lang="es-CO" sz="2000" b="1" dirty="0">
              <a:solidFill>
                <a:srgbClr val="00B0F0"/>
              </a:solidFill>
            </a:endParaRPr>
          </a:p>
        </p:txBody>
      </p:sp>
      <p:sp>
        <p:nvSpPr>
          <p:cNvPr id="32" name="Google Shape;2330;p44">
            <a:extLst>
              <a:ext uri="{FF2B5EF4-FFF2-40B4-BE49-F238E27FC236}">
                <a16:creationId xmlns:a16="http://schemas.microsoft.com/office/drawing/2014/main" id="{DE8BDE63-FA02-42B9-BC3A-0E484141064C}"/>
              </a:ext>
            </a:extLst>
          </p:cNvPr>
          <p:cNvSpPr txBox="1">
            <a:spLocks/>
          </p:cNvSpPr>
          <p:nvPr/>
        </p:nvSpPr>
        <p:spPr>
          <a:xfrm>
            <a:off x="5271366" y="1035550"/>
            <a:ext cx="2080969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CO" dirty="0"/>
              <a:t>Video:</a:t>
            </a:r>
          </a:p>
        </p:txBody>
      </p:sp>
    </p:spTree>
    <p:extLst>
      <p:ext uri="{BB962C8B-B14F-4D97-AF65-F5344CB8AC3E}">
        <p14:creationId xmlns:p14="http://schemas.microsoft.com/office/powerpoint/2010/main" val="718189166"/>
      </p:ext>
    </p:extLst>
  </p:cSld>
  <p:clrMapOvr>
    <a:masterClrMapping/>
  </p:clrMapOvr>
</p:sld>
</file>

<file path=ppt/theme/theme1.xml><?xml version="1.0" encoding="utf-8"?>
<a:theme xmlns:a="http://schemas.openxmlformats.org/drawingml/2006/main" name="Bachelor's Degree in Electronics Engineering by Slidesgo">
  <a:themeElements>
    <a:clrScheme name="Simple Light">
      <a:dk1>
        <a:srgbClr val="403953"/>
      </a:dk1>
      <a:lt1>
        <a:srgbClr val="F8F8F8"/>
      </a:lt1>
      <a:dk2>
        <a:srgbClr val="859294"/>
      </a:dk2>
      <a:lt2>
        <a:srgbClr val="D1D8E6"/>
      </a:lt2>
      <a:accent1>
        <a:srgbClr val="BABFD7"/>
      </a:accent1>
      <a:accent2>
        <a:srgbClr val="ECD9DD"/>
      </a:accent2>
      <a:accent3>
        <a:srgbClr val="575979"/>
      </a:accent3>
      <a:accent4>
        <a:srgbClr val="586160"/>
      </a:accent4>
      <a:accent5>
        <a:srgbClr val="FFFFFF"/>
      </a:accent5>
      <a:accent6>
        <a:srgbClr val="FFFFFF"/>
      </a:accent6>
      <a:hlink>
        <a:srgbClr val="40395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1650</TotalTime>
  <Words>225</Words>
  <Application>Microsoft Office PowerPoint</Application>
  <PresentationFormat>Presentación en pantalla (16:9)</PresentationFormat>
  <Paragraphs>34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4" baseType="lpstr">
      <vt:lpstr>Poppins</vt:lpstr>
      <vt:lpstr>Arial</vt:lpstr>
      <vt:lpstr>Hind Light</vt:lpstr>
      <vt:lpstr>Nunito Light</vt:lpstr>
      <vt:lpstr>Roboto</vt:lpstr>
      <vt:lpstr>Hind</vt:lpstr>
      <vt:lpstr>OpenSans-Regular</vt:lpstr>
      <vt:lpstr>Bachelor's Degree in Electronics Engineering by Slidesgo</vt:lpstr>
      <vt:lpstr> </vt:lpstr>
      <vt:lpstr>Contador Automatizado de Hidratación</vt:lpstr>
      <vt:lpstr>Materiales </vt:lpstr>
      <vt:lpstr>Paso a paso </vt:lpstr>
      <vt:lpstr>Paso a paso </vt:lpstr>
      <vt:lpstr>Código: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cp:lastModifiedBy>Jhon Mario Carvajal</cp:lastModifiedBy>
  <cp:revision>12</cp:revision>
  <dcterms:modified xsi:type="dcterms:W3CDTF">2026-05-18T16:17:22Z</dcterms:modified>
</cp:coreProperties>
</file>